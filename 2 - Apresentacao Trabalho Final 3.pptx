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4" r:id="rId2"/>
    <p:sldId id="269" r:id="rId3"/>
    <p:sldId id="268" r:id="rId4"/>
    <p:sldId id="257" r:id="rId5"/>
    <p:sldId id="264" r:id="rId6"/>
    <p:sldId id="273" r:id="rId7"/>
    <p:sldId id="272" r:id="rId8"/>
    <p:sldId id="263" r:id="rId9"/>
    <p:sldId id="278" r:id="rId10"/>
    <p:sldId id="25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AF47B-CBEC-4A1C-B80C-3882EA796D91}" v="109" dt="2026-10-22T23:57:54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86467" autoAdjust="0"/>
  </p:normalViewPr>
  <p:slideViewPr>
    <p:cSldViewPr snapToGrid="0" snapToObjects="1">
      <p:cViewPr varScale="1">
        <p:scale>
          <a:sx n="54" d="100"/>
          <a:sy n="54" d="100"/>
        </p:scale>
        <p:origin x="11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1" d="100"/>
          <a:sy n="91" d="100"/>
        </p:scale>
        <p:origin x="481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lin Siqueira Saramago Santos" userId="0a6f4d76a3d54a11" providerId="LiveId" clId="{B537C7D3-1D93-4483-BB72-B7C0E267099B}"/>
    <pc:docChg chg="undo custSel addSld delSld modSld sldOrd modMainMaster">
      <pc:chgData name="Jaclin Siqueira Saramago Santos" userId="0a6f4d76a3d54a11" providerId="LiveId" clId="{B537C7D3-1D93-4483-BB72-B7C0E267099B}" dt="2026-10-23T00:06:06.625" v="1973" actId="6549"/>
      <pc:docMkLst>
        <pc:docMk/>
      </pc:docMkLst>
      <pc:sldChg chg="modSp mod ord modNotesTx">
        <pc:chgData name="Jaclin Siqueira Saramago Santos" userId="0a6f4d76a3d54a11" providerId="LiveId" clId="{B537C7D3-1D93-4483-BB72-B7C0E267099B}" dt="2026-10-23T00:05:36.563" v="1921" actId="6549"/>
        <pc:sldMkLst>
          <pc:docMk/>
          <pc:sldMk cId="0" sldId="256"/>
        </pc:sldMkLst>
        <pc:spChg chg="mod">
          <ac:chgData name="Jaclin Siqueira Saramago Santos" userId="0a6f4d76a3d54a11" providerId="LiveId" clId="{B537C7D3-1D93-4483-BB72-B7C0E267099B}" dt="2026-10-22T22:07:41.872" v="1302" actId="108"/>
          <ac:spMkLst>
            <pc:docMk/>
            <pc:sldMk cId="0" sldId="256"/>
            <ac:spMk id="5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22:07:41.648" v="1301"/>
          <ac:spMkLst>
            <pc:docMk/>
            <pc:sldMk cId="0" sldId="256"/>
            <ac:spMk id="6" creationId="{00000000-0000-0000-0000-000000000000}"/>
          </ac:spMkLst>
        </pc:spChg>
      </pc:sldChg>
      <pc:sldChg chg="modSp mod modNotesTx">
        <pc:chgData name="Jaclin Siqueira Saramago Santos" userId="0a6f4d76a3d54a11" providerId="LiveId" clId="{B537C7D3-1D93-4483-BB72-B7C0E267099B}" dt="2026-10-23T00:04:32.731" v="1804" actId="6549"/>
        <pc:sldMkLst>
          <pc:docMk/>
          <pc:sldMk cId="0" sldId="257"/>
        </pc:sldMkLst>
        <pc:spChg chg="mod">
          <ac:chgData name="Jaclin Siqueira Saramago Santos" userId="0a6f4d76a3d54a11" providerId="LiveId" clId="{B537C7D3-1D93-4483-BB72-B7C0E267099B}" dt="2026-10-22T22:56:24.128" v="1482" actId="108"/>
          <ac:spMkLst>
            <pc:docMk/>
            <pc:sldMk cId="0" sldId="257"/>
            <ac:spMk id="2" creationId="{00000000-0000-0000-0000-000000000000}"/>
          </ac:spMkLst>
        </pc:spChg>
      </pc:sldChg>
      <pc:sldChg chg="delSp modSp del mod ord modShow modNotesTx">
        <pc:chgData name="Jaclin Siqueira Saramago Santos" userId="0a6f4d76a3d54a11" providerId="LiveId" clId="{B537C7D3-1D93-4483-BB72-B7C0E267099B}" dt="2026-10-22T22:12:55.761" v="1338" actId="47"/>
        <pc:sldMkLst>
          <pc:docMk/>
          <pc:sldMk cId="0" sldId="258"/>
        </pc:sldMkLst>
        <pc:spChg chg="mod">
          <ac:chgData name="Jaclin Siqueira Saramago Santos" userId="0a6f4d76a3d54a11" providerId="LiveId" clId="{B537C7D3-1D93-4483-BB72-B7C0E267099B}" dt="2026-10-22T22:06:56.521" v="1297" actId="108"/>
          <ac:spMkLst>
            <pc:docMk/>
            <pc:sldMk cId="0" sldId="258"/>
            <ac:spMk id="2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15.351" v="243" actId="2057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07.486" v="242" actId="20577"/>
          <ac:spMkLst>
            <pc:docMk/>
            <pc:sldMk cId="0" sldId="258"/>
            <ac:spMk id="33" creationId="{00000000-0000-0000-0000-000000000000}"/>
          </ac:spMkLst>
        </pc:spChg>
        <pc:spChg chg="del mod">
          <ac:chgData name="Jaclin Siqueira Saramago Santos" userId="0a6f4d76a3d54a11" providerId="LiveId" clId="{B537C7D3-1D93-4483-BB72-B7C0E267099B}" dt="2026-10-22T18:00:06.861" v="406" actId="478"/>
          <ac:spMkLst>
            <pc:docMk/>
            <pc:sldMk cId="0" sldId="258"/>
            <ac:spMk id="35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36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44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7:58:27.495" v="257" actId="1036"/>
          <ac:spMkLst>
            <pc:docMk/>
            <pc:sldMk cId="0" sldId="258"/>
            <ac:spMk id="45" creationId="{00000000-0000-0000-0000-000000000000}"/>
          </ac:spMkLst>
        </pc:spChg>
        <pc:spChg chg="del">
          <ac:chgData name="Jaclin Siqueira Saramago Santos" userId="0a6f4d76a3d54a11" providerId="LiveId" clId="{B537C7D3-1D93-4483-BB72-B7C0E267099B}" dt="2026-10-22T18:00:33.579" v="407" actId="478"/>
          <ac:spMkLst>
            <pc:docMk/>
            <pc:sldMk cId="0" sldId="258"/>
            <ac:spMk id="46" creationId="{00000000-0000-0000-0000-000000000000}"/>
          </ac:spMkLst>
        </pc:spChg>
        <pc:spChg chg="del">
          <ac:chgData name="Jaclin Siqueira Saramago Santos" userId="0a6f4d76a3d54a11" providerId="LiveId" clId="{B537C7D3-1D93-4483-BB72-B7C0E267099B}" dt="2026-10-22T18:00:56.808" v="408" actId="478"/>
          <ac:spMkLst>
            <pc:docMk/>
            <pc:sldMk cId="0" sldId="258"/>
            <ac:spMk id="48" creationId="{2FE40A69-2619-0B4A-2EA8-2544D0342398}"/>
          </ac:spMkLst>
        </pc:spChg>
      </pc:sldChg>
      <pc:sldChg chg="del">
        <pc:chgData name="Jaclin Siqueira Saramago Santos" userId="0a6f4d76a3d54a11" providerId="LiveId" clId="{B537C7D3-1D93-4483-BB72-B7C0E267099B}" dt="2026-10-22T18:10:25.452" v="708" actId="47"/>
        <pc:sldMkLst>
          <pc:docMk/>
          <pc:sldMk cId="0" sldId="259"/>
        </pc:sldMkLst>
      </pc:sldChg>
      <pc:sldChg chg="del">
        <pc:chgData name="Jaclin Siqueira Saramago Santos" userId="0a6f4d76a3d54a11" providerId="LiveId" clId="{B537C7D3-1D93-4483-BB72-B7C0E267099B}" dt="2026-10-22T18:10:25.452" v="708" actId="47"/>
        <pc:sldMkLst>
          <pc:docMk/>
          <pc:sldMk cId="0" sldId="260"/>
        </pc:sldMkLst>
      </pc:sldChg>
      <pc:sldChg chg="addSp delSp modSp del mod ord modShow">
        <pc:chgData name="Jaclin Siqueira Saramago Santos" userId="0a6f4d76a3d54a11" providerId="LiveId" clId="{B537C7D3-1D93-4483-BB72-B7C0E267099B}" dt="2026-10-22T22:12:56.897" v="1339" actId="47"/>
        <pc:sldMkLst>
          <pc:docMk/>
          <pc:sldMk cId="0" sldId="261"/>
        </pc:sldMkLst>
        <pc:spChg chg="mod">
          <ac:chgData name="Jaclin Siqueira Saramago Santos" userId="0a6f4d76a3d54a11" providerId="LiveId" clId="{B537C7D3-1D93-4483-BB72-B7C0E267099B}" dt="2026-10-22T22:06:50.979" v="1295" actId="108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Jaclin Siqueira Saramago Santos" userId="0a6f4d76a3d54a11" providerId="LiveId" clId="{B537C7D3-1D93-4483-BB72-B7C0E267099B}" dt="2026-10-22T18:21:12.337" v="805" actId="207"/>
          <ac:spMkLst>
            <pc:docMk/>
            <pc:sldMk cId="0" sldId="261"/>
            <ac:spMk id="9" creationId="{1E7065B1-69C5-4E9F-4AEC-633F9067D970}"/>
          </ac:spMkLst>
        </pc:spChg>
        <pc:spChg chg="add mod">
          <ac:chgData name="Jaclin Siqueira Saramago Santos" userId="0a6f4d76a3d54a11" providerId="LiveId" clId="{B537C7D3-1D93-4483-BB72-B7C0E267099B}" dt="2026-10-22T18:20:58.953" v="802" actId="1076"/>
          <ac:spMkLst>
            <pc:docMk/>
            <pc:sldMk cId="0" sldId="261"/>
            <ac:spMk id="10" creationId="{6B799A7F-F811-4CC2-B37A-0F25A2472A5F}"/>
          </ac:spMkLst>
        </pc:spChg>
        <pc:picChg chg="del">
          <ac:chgData name="Jaclin Siqueira Saramago Santos" userId="0a6f4d76a3d54a11" providerId="LiveId" clId="{B537C7D3-1D93-4483-BB72-B7C0E267099B}" dt="2026-10-22T15:29:22.640" v="210" actId="478"/>
          <ac:picMkLst>
            <pc:docMk/>
            <pc:sldMk cId="0" sldId="261"/>
            <ac:picMk id="5" creationId="{A822937B-EBC4-7B33-7AA5-1EFF4CAC4BA1}"/>
          </ac:picMkLst>
        </pc:picChg>
        <pc:picChg chg="add del mod modCrop">
          <ac:chgData name="Jaclin Siqueira Saramago Santos" userId="0a6f4d76a3d54a11" providerId="LiveId" clId="{B537C7D3-1D93-4483-BB72-B7C0E267099B}" dt="2026-10-22T18:12:17.449" v="713" actId="1076"/>
          <ac:picMkLst>
            <pc:docMk/>
            <pc:sldMk cId="0" sldId="261"/>
            <ac:picMk id="6" creationId="{734BCE2A-9DF1-8B97-4587-272EAF3D0CDE}"/>
          </ac:picMkLst>
        </pc:picChg>
        <pc:picChg chg="add del mod">
          <ac:chgData name="Jaclin Siqueira Saramago Santos" userId="0a6f4d76a3d54a11" providerId="LiveId" clId="{B537C7D3-1D93-4483-BB72-B7C0E267099B}" dt="2026-10-22T15:30:29.248" v="220" actId="478"/>
          <ac:picMkLst>
            <pc:docMk/>
            <pc:sldMk cId="0" sldId="261"/>
            <ac:picMk id="8" creationId="{E2247449-6FEC-7803-2F0D-F345598E150F}"/>
          </ac:picMkLst>
        </pc:picChg>
        <pc:picChg chg="del">
          <ac:chgData name="Jaclin Siqueira Saramago Santos" userId="0a6f4d76a3d54a11" providerId="LiveId" clId="{B537C7D3-1D93-4483-BB72-B7C0E267099B}" dt="2026-10-22T15:29:23.547" v="211" actId="478"/>
          <ac:picMkLst>
            <pc:docMk/>
            <pc:sldMk cId="0" sldId="261"/>
            <ac:picMk id="21" creationId="{DF98A887-2ADB-4E4C-3156-DE12F0DEDF58}"/>
          </ac:picMkLst>
        </pc:picChg>
      </pc:sldChg>
      <pc:sldChg chg="del">
        <pc:chgData name="Jaclin Siqueira Saramago Santos" userId="0a6f4d76a3d54a11" providerId="LiveId" clId="{B537C7D3-1D93-4483-BB72-B7C0E267099B}" dt="2026-10-22T18:10:25.452" v="708" actId="47"/>
        <pc:sldMkLst>
          <pc:docMk/>
          <pc:sldMk cId="0" sldId="262"/>
        </pc:sldMkLst>
      </pc:sldChg>
      <pc:sldChg chg="addSp delSp modSp mod modNotesTx">
        <pc:chgData name="Jaclin Siqueira Saramago Santos" userId="0a6f4d76a3d54a11" providerId="LiveId" clId="{B537C7D3-1D93-4483-BB72-B7C0E267099B}" dt="2026-10-23T00:05:28.593" v="1919" actId="6549"/>
        <pc:sldMkLst>
          <pc:docMk/>
          <pc:sldMk cId="1491737119" sldId="263"/>
        </pc:sldMkLst>
        <pc:spChg chg="mod">
          <ac:chgData name="Jaclin Siqueira Saramago Santos" userId="0a6f4d76a3d54a11" providerId="LiveId" clId="{B537C7D3-1D93-4483-BB72-B7C0E267099B}" dt="2026-10-22T22:56:33.298" v="1484" actId="108"/>
          <ac:spMkLst>
            <pc:docMk/>
            <pc:sldMk cId="1491737119" sldId="263"/>
            <ac:spMk id="2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8:05:49.442" v="425" actId="20577"/>
          <ac:spMkLst>
            <pc:docMk/>
            <pc:sldMk cId="1491737119" sldId="263"/>
            <ac:spMk id="9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8:04:42.878" v="413" actId="6549"/>
          <ac:spMkLst>
            <pc:docMk/>
            <pc:sldMk cId="1491737119" sldId="263"/>
            <ac:spMk id="17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8:06:42.680" v="427" actId="20577"/>
          <ac:spMkLst>
            <pc:docMk/>
            <pc:sldMk cId="1491737119" sldId="263"/>
            <ac:spMk id="26" creationId="{00000000-0000-0000-0000-000000000000}"/>
          </ac:spMkLst>
        </pc:spChg>
        <pc:spChg chg="del">
          <ac:chgData name="Jaclin Siqueira Saramago Santos" userId="0a6f4d76a3d54a11" providerId="LiveId" clId="{B537C7D3-1D93-4483-BB72-B7C0E267099B}" dt="2026-10-22T18:03:39.341" v="409" actId="478"/>
          <ac:spMkLst>
            <pc:docMk/>
            <pc:sldMk cId="1491737119" sldId="263"/>
            <ac:spMk id="27" creationId="{00000000-0000-0000-0000-000000000000}"/>
          </ac:spMkLst>
        </pc:spChg>
        <pc:picChg chg="add del">
          <ac:chgData name="Jaclin Siqueira Saramago Santos" userId="0a6f4d76a3d54a11" providerId="LiveId" clId="{B537C7D3-1D93-4483-BB72-B7C0E267099B}" dt="2026-10-22T22:30:43.772" v="1370" actId="22"/>
          <ac:picMkLst>
            <pc:docMk/>
            <pc:sldMk cId="1491737119" sldId="263"/>
            <ac:picMk id="28" creationId="{28895C25-9FFE-C02C-C110-9ACDD117A85B}"/>
          </ac:picMkLst>
        </pc:picChg>
      </pc:sldChg>
      <pc:sldChg chg="modSp mod">
        <pc:chgData name="Jaclin Siqueira Saramago Santos" userId="0a6f4d76a3d54a11" providerId="LiveId" clId="{B537C7D3-1D93-4483-BB72-B7C0E267099B}" dt="2026-10-22T22:56:15.006" v="1479" actId="108"/>
        <pc:sldMkLst>
          <pc:docMk/>
          <pc:sldMk cId="3203394450" sldId="264"/>
        </pc:sldMkLst>
        <pc:spChg chg="mod">
          <ac:chgData name="Jaclin Siqueira Saramago Santos" userId="0a6f4d76a3d54a11" providerId="LiveId" clId="{B537C7D3-1D93-4483-BB72-B7C0E267099B}" dt="2026-10-22T22:56:15.006" v="1479" actId="108"/>
          <ac:spMkLst>
            <pc:docMk/>
            <pc:sldMk cId="3203394450" sldId="264"/>
            <ac:spMk id="2" creationId="{00000000-0000-0000-0000-000000000000}"/>
          </ac:spMkLst>
        </pc:spChg>
      </pc:sldChg>
      <pc:sldChg chg="addSp delSp modSp del mod ord modShow modNotesTx">
        <pc:chgData name="Jaclin Siqueira Saramago Santos" userId="0a6f4d76a3d54a11" providerId="LiveId" clId="{B537C7D3-1D93-4483-BB72-B7C0E267099B}" dt="2026-10-22T22:12:55.761" v="1338" actId="47"/>
        <pc:sldMkLst>
          <pc:docMk/>
          <pc:sldMk cId="0" sldId="266"/>
        </pc:sldMkLst>
        <pc:spChg chg="mod">
          <ac:chgData name="Jaclin Siqueira Saramago Santos" userId="0a6f4d76a3d54a11" providerId="LiveId" clId="{B537C7D3-1D93-4483-BB72-B7C0E267099B}" dt="2026-10-22T22:06:53.987" v="1296" actId="108"/>
          <ac:spMkLst>
            <pc:docMk/>
            <pc:sldMk cId="0" sldId="266"/>
            <ac:spMk id="2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9:04:06.837" v="1031" actId="6549"/>
          <ac:spMkLst>
            <pc:docMk/>
            <pc:sldMk cId="0" sldId="266"/>
            <ac:spMk id="13" creationId="{00000000-0000-0000-0000-000000000000}"/>
          </ac:spMkLst>
        </pc:spChg>
        <pc:spChg chg="del mod">
          <ac:chgData name="Jaclin Siqueira Saramago Santos" userId="0a6f4d76a3d54a11" providerId="LiveId" clId="{B537C7D3-1D93-4483-BB72-B7C0E267099B}" dt="2026-10-22T19:07:02.919" v="1067" actId="478"/>
          <ac:spMkLst>
            <pc:docMk/>
            <pc:sldMk cId="0" sldId="266"/>
            <ac:spMk id="28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14:41:54.783" v="207" actId="1076"/>
          <ac:spMkLst>
            <pc:docMk/>
            <pc:sldMk cId="0" sldId="266"/>
            <ac:spMk id="44" creationId="{A8829DE2-8937-CCE2-6173-E374717736FE}"/>
          </ac:spMkLst>
        </pc:spChg>
        <pc:spChg chg="add del mod">
          <ac:chgData name="Jaclin Siqueira Saramago Santos" userId="0a6f4d76a3d54a11" providerId="LiveId" clId="{B537C7D3-1D93-4483-BB72-B7C0E267099B}" dt="2026-10-22T19:06:57.593" v="1066" actId="478"/>
          <ac:spMkLst>
            <pc:docMk/>
            <pc:sldMk cId="0" sldId="266"/>
            <ac:spMk id="45" creationId="{B5B2FEAB-642A-83EB-BD15-4F37278BAC50}"/>
          </ac:spMkLst>
        </pc:spChg>
        <pc:spChg chg="mod">
          <ac:chgData name="Jaclin Siqueira Saramago Santos" userId="0a6f4d76a3d54a11" providerId="LiveId" clId="{B537C7D3-1D93-4483-BB72-B7C0E267099B}" dt="2026-10-22T14:41:57.959" v="208" actId="1076"/>
          <ac:spMkLst>
            <pc:docMk/>
            <pc:sldMk cId="0" sldId="266"/>
            <ac:spMk id="46" creationId="{96675D33-F5F8-516D-BD24-9C62BFE99681}"/>
          </ac:spMkLst>
        </pc:spChg>
        <pc:spChg chg="add mod">
          <ac:chgData name="Jaclin Siqueira Saramago Santos" userId="0a6f4d76a3d54a11" providerId="LiveId" clId="{B537C7D3-1D93-4483-BB72-B7C0E267099B}" dt="2026-10-22T19:04:40.633" v="1047" actId="1076"/>
          <ac:spMkLst>
            <pc:docMk/>
            <pc:sldMk cId="0" sldId="266"/>
            <ac:spMk id="48" creationId="{AC95E4BC-6802-09A1-8D69-C500DB32FC51}"/>
          </ac:spMkLst>
        </pc:spChg>
        <pc:spChg chg="add del mod">
          <ac:chgData name="Jaclin Siqueira Saramago Santos" userId="0a6f4d76a3d54a11" providerId="LiveId" clId="{B537C7D3-1D93-4483-BB72-B7C0E267099B}" dt="2026-10-22T19:07:05.817" v="1068" actId="1076"/>
          <ac:spMkLst>
            <pc:docMk/>
            <pc:sldMk cId="0" sldId="266"/>
            <ac:spMk id="50" creationId="{6657F8DA-0B2B-1625-F02F-3145041ABC18}"/>
          </ac:spMkLst>
        </pc:spChg>
        <pc:spChg chg="add del mod">
          <ac:chgData name="Jaclin Siqueira Saramago Santos" userId="0a6f4d76a3d54a11" providerId="LiveId" clId="{B537C7D3-1D93-4483-BB72-B7C0E267099B}" dt="2026-10-22T19:07:05.817" v="1068" actId="1076"/>
          <ac:spMkLst>
            <pc:docMk/>
            <pc:sldMk cId="0" sldId="266"/>
            <ac:spMk id="52" creationId="{18375B8A-4509-55B4-F06A-10967D395D51}"/>
          </ac:spMkLst>
        </pc:spChg>
      </pc:sldChg>
      <pc:sldChg chg="del">
        <pc:chgData name="Jaclin Siqueira Saramago Santos" userId="0a6f4d76a3d54a11" providerId="LiveId" clId="{B537C7D3-1D93-4483-BB72-B7C0E267099B}" dt="2026-10-22T18:10:25.452" v="708" actId="47"/>
        <pc:sldMkLst>
          <pc:docMk/>
          <pc:sldMk cId="2122484457" sldId="267"/>
        </pc:sldMkLst>
      </pc:sldChg>
      <pc:sldChg chg="modSp mod modNotesTx">
        <pc:chgData name="Jaclin Siqueira Saramago Santos" userId="0a6f4d76a3d54a11" providerId="LiveId" clId="{B537C7D3-1D93-4483-BB72-B7C0E267099B}" dt="2026-10-23T00:04:29.664" v="1803" actId="6549"/>
        <pc:sldMkLst>
          <pc:docMk/>
          <pc:sldMk cId="4314876" sldId="268"/>
        </pc:sldMkLst>
        <pc:spChg chg="mod">
          <ac:chgData name="Jaclin Siqueira Saramago Santos" userId="0a6f4d76a3d54a11" providerId="LiveId" clId="{B537C7D3-1D93-4483-BB72-B7C0E267099B}" dt="2026-10-22T22:05:29.620" v="1283" actId="14100"/>
          <ac:spMkLst>
            <pc:docMk/>
            <pc:sldMk cId="4314876" sldId="268"/>
            <ac:spMk id="3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22:56:21.014" v="1481" actId="108"/>
          <ac:spMkLst>
            <pc:docMk/>
            <pc:sldMk cId="4314876" sldId="268"/>
            <ac:spMk id="4" creationId="{00000000-0000-0000-0000-000000000000}"/>
          </ac:spMkLst>
        </pc:spChg>
        <pc:spChg chg="mod">
          <ac:chgData name="Jaclin Siqueira Saramago Santos" userId="0a6f4d76a3d54a11" providerId="LiveId" clId="{B537C7D3-1D93-4483-BB72-B7C0E267099B}" dt="2026-10-22T22:11:00.619" v="1337" actId="20577"/>
          <ac:spMkLst>
            <pc:docMk/>
            <pc:sldMk cId="4314876" sldId="268"/>
            <ac:spMk id="14" creationId="{00000000-0000-0000-0000-000000000000}"/>
          </ac:spMkLst>
        </pc:spChg>
      </pc:sldChg>
      <pc:sldChg chg="modSp mod chgLayout modNotesTx">
        <pc:chgData name="Jaclin Siqueira Saramago Santos" userId="0a6f4d76a3d54a11" providerId="LiveId" clId="{B537C7D3-1D93-4483-BB72-B7C0E267099B}" dt="2026-10-23T00:06:03.247" v="1972" actId="113"/>
        <pc:sldMkLst>
          <pc:docMk/>
          <pc:sldMk cId="3074969964" sldId="269"/>
        </pc:sldMkLst>
        <pc:spChg chg="mod">
          <ac:chgData name="Jaclin Siqueira Saramago Santos" userId="0a6f4d76a3d54a11" providerId="LiveId" clId="{B537C7D3-1D93-4483-BB72-B7C0E267099B}" dt="2026-10-22T22:56:18.831" v="1480" actId="108"/>
          <ac:spMkLst>
            <pc:docMk/>
            <pc:sldMk cId="3074969964" sldId="269"/>
            <ac:spMk id="5" creationId="{00000000-0000-0000-0000-000000000000}"/>
          </ac:spMkLst>
        </pc:spChg>
      </pc:sldChg>
      <pc:sldChg chg="delSp modSp add del mod">
        <pc:chgData name="Jaclin Siqueira Saramago Santos" userId="0a6f4d76a3d54a11" providerId="LiveId" clId="{B537C7D3-1D93-4483-BB72-B7C0E267099B}" dt="2026-10-22T22:18:32.188" v="1363" actId="47"/>
        <pc:sldMkLst>
          <pc:docMk/>
          <pc:sldMk cId="1754592138" sldId="270"/>
        </pc:sldMkLst>
        <pc:spChg chg="mod">
          <ac:chgData name="Jaclin Siqueira Saramago Santos" userId="0a6f4d76a3d54a11" providerId="LiveId" clId="{B537C7D3-1D93-4483-BB72-B7C0E267099B}" dt="2026-10-22T22:06:48.578" v="1294" actId="108"/>
          <ac:spMkLst>
            <pc:docMk/>
            <pc:sldMk cId="1754592138" sldId="270"/>
            <ac:spMk id="2" creationId="{2400BB2A-96CD-2284-332A-90B3C674F09D}"/>
          </ac:spMkLst>
        </pc:spChg>
        <pc:picChg chg="del">
          <ac:chgData name="Jaclin Siqueira Saramago Santos" userId="0a6f4d76a3d54a11" providerId="LiveId" clId="{B537C7D3-1D93-4483-BB72-B7C0E267099B}" dt="2026-10-22T15:30:31.628" v="221" actId="478"/>
          <ac:picMkLst>
            <pc:docMk/>
            <pc:sldMk cId="1754592138" sldId="270"/>
            <ac:picMk id="6" creationId="{197A9FF0-6771-8AE6-7A1B-AA14AFF8FFD7}"/>
          </ac:picMkLst>
        </pc:picChg>
        <pc:picChg chg="mod">
          <ac:chgData name="Jaclin Siqueira Saramago Santos" userId="0a6f4d76a3d54a11" providerId="LiveId" clId="{B537C7D3-1D93-4483-BB72-B7C0E267099B}" dt="2026-10-22T15:31:07.994" v="229" actId="1037"/>
          <ac:picMkLst>
            <pc:docMk/>
            <pc:sldMk cId="1754592138" sldId="270"/>
            <ac:picMk id="8" creationId="{68229AA5-9B93-FD5A-3B06-0FC3299DF32C}"/>
          </ac:picMkLst>
        </pc:picChg>
      </pc:sldChg>
      <pc:sldChg chg="addSp delSp modSp add del mod ord">
        <pc:chgData name="Jaclin Siqueira Saramago Santos" userId="0a6f4d76a3d54a11" providerId="LiveId" clId="{B537C7D3-1D93-4483-BB72-B7C0E267099B}" dt="2026-10-22T22:46:17.197" v="1457" actId="47"/>
        <pc:sldMkLst>
          <pc:docMk/>
          <pc:sldMk cId="936732042" sldId="271"/>
        </pc:sldMkLst>
        <pc:spChg chg="mod">
          <ac:chgData name="Jaclin Siqueira Saramago Santos" userId="0a6f4d76a3d54a11" providerId="LiveId" clId="{B537C7D3-1D93-4483-BB72-B7C0E267099B}" dt="2026-10-22T22:22:05.142" v="1368" actId="20577"/>
          <ac:spMkLst>
            <pc:docMk/>
            <pc:sldMk cId="936732042" sldId="271"/>
            <ac:spMk id="2" creationId="{C239AC43-27E9-E8B2-0809-E17DE4FF4852}"/>
          </ac:spMkLst>
        </pc:spChg>
        <pc:picChg chg="add mod ord">
          <ac:chgData name="Jaclin Siqueira Saramago Santos" userId="0a6f4d76a3d54a11" providerId="LiveId" clId="{B537C7D3-1D93-4483-BB72-B7C0E267099B}" dt="2026-10-22T22:34:09.632" v="1399" actId="1076"/>
          <ac:picMkLst>
            <pc:docMk/>
            <pc:sldMk cId="936732042" sldId="271"/>
            <ac:picMk id="5" creationId="{F9434F31-58ED-569D-1E4A-39E653266C0A}"/>
          </ac:picMkLst>
        </pc:picChg>
        <pc:picChg chg="del">
          <ac:chgData name="Jaclin Siqueira Saramago Santos" userId="0a6f4d76a3d54a11" providerId="LiveId" clId="{B537C7D3-1D93-4483-BB72-B7C0E267099B}" dt="2026-10-22T22:15:53.864" v="1346" actId="478"/>
          <ac:picMkLst>
            <pc:docMk/>
            <pc:sldMk cId="936732042" sldId="271"/>
            <ac:picMk id="6" creationId="{B89F4407-064F-0CD8-F1E2-F172B386D8EB}"/>
          </ac:picMkLst>
        </pc:picChg>
        <pc:picChg chg="add mod ord">
          <ac:chgData name="Jaclin Siqueira Saramago Santos" userId="0a6f4d76a3d54a11" providerId="LiveId" clId="{B537C7D3-1D93-4483-BB72-B7C0E267099B}" dt="2026-10-22T22:34:06.877" v="1398" actId="1076"/>
          <ac:picMkLst>
            <pc:docMk/>
            <pc:sldMk cId="936732042" sldId="271"/>
            <ac:picMk id="8" creationId="{728DD876-24D3-4630-9758-DFE1AF115714}"/>
          </ac:picMkLst>
        </pc:picChg>
        <pc:picChg chg="add mod">
          <ac:chgData name="Jaclin Siqueira Saramago Santos" userId="0a6f4d76a3d54a11" providerId="LiveId" clId="{B537C7D3-1D93-4483-BB72-B7C0E267099B}" dt="2026-10-22T22:37:37.982" v="1412" actId="1076"/>
          <ac:picMkLst>
            <pc:docMk/>
            <pc:sldMk cId="936732042" sldId="271"/>
            <ac:picMk id="10" creationId="{F455A9E9-4AF5-AB6F-41DC-98A2883931B9}"/>
          </ac:picMkLst>
        </pc:picChg>
        <pc:picChg chg="add mod">
          <ac:chgData name="Jaclin Siqueira Saramago Santos" userId="0a6f4d76a3d54a11" providerId="LiveId" clId="{B537C7D3-1D93-4483-BB72-B7C0E267099B}" dt="2026-10-22T22:41:33.510" v="1450" actId="1035"/>
          <ac:picMkLst>
            <pc:docMk/>
            <pc:sldMk cId="936732042" sldId="271"/>
            <ac:picMk id="12" creationId="{95D06430-241C-82F2-91F7-8A669BF64AA7}"/>
          </ac:picMkLst>
        </pc:picChg>
      </pc:sldChg>
      <pc:sldChg chg="addSp delSp modSp add mod modNotesTx">
        <pc:chgData name="Jaclin Siqueira Saramago Santos" userId="0a6f4d76a3d54a11" providerId="LiveId" clId="{B537C7D3-1D93-4483-BB72-B7C0E267099B}" dt="2026-10-23T00:05:14.105" v="1918" actId="6549"/>
        <pc:sldMkLst>
          <pc:docMk/>
          <pc:sldMk cId="2605951713" sldId="272"/>
        </pc:sldMkLst>
        <pc:spChg chg="mod">
          <ac:chgData name="Jaclin Siqueira Saramago Santos" userId="0a6f4d76a3d54a11" providerId="LiveId" clId="{B537C7D3-1D93-4483-BB72-B7C0E267099B}" dt="2026-10-22T22:56:28.411" v="1483" actId="108"/>
          <ac:spMkLst>
            <pc:docMk/>
            <pc:sldMk cId="2605951713" sldId="272"/>
            <ac:spMk id="2" creationId="{89542ACD-1920-06DC-DB67-E2BBB9E43F3F}"/>
          </ac:spMkLst>
        </pc:spChg>
        <pc:spChg chg="mod">
          <ac:chgData name="Jaclin Siqueira Saramago Santos" userId="0a6f4d76a3d54a11" providerId="LiveId" clId="{B537C7D3-1D93-4483-BB72-B7C0E267099B}" dt="2026-10-22T20:13:30" v="1230" actId="20577"/>
          <ac:spMkLst>
            <pc:docMk/>
            <pc:sldMk cId="2605951713" sldId="272"/>
            <ac:spMk id="3" creationId="{BA7EC060-1E42-AEE6-4BC9-D485ACB518CC}"/>
          </ac:spMkLst>
        </pc:spChg>
        <pc:spChg chg="mod">
          <ac:chgData name="Jaclin Siqueira Saramago Santos" userId="0a6f4d76a3d54a11" providerId="LiveId" clId="{B537C7D3-1D93-4483-BB72-B7C0E267099B}" dt="2026-10-22T20:15:09.194" v="1240" actId="20577"/>
          <ac:spMkLst>
            <pc:docMk/>
            <pc:sldMk cId="2605951713" sldId="272"/>
            <ac:spMk id="4" creationId="{CBCDF1EE-75EA-15F3-1DE6-51B08239393E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7" creationId="{7A9C8596-956D-5B6F-104A-CF2FFF2C8CB4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9" creationId="{861F0BB9-D348-93CA-5935-1623E2309DCE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11" creationId="{BDA592D7-702A-5B6E-75D0-C29032BAD357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18" creationId="{73869100-EF35-BBAB-AD27-3922B9DAAC44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20" creationId="{310D46D1-C92E-0203-C7C3-7F250527C1F7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25" creationId="{18F9C1FE-44D1-7A9A-374C-873EE011B148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31" creationId="{A1A1E4CB-FBAF-BC7E-8B7E-DEE3F1B63CC4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39" creationId="{ACECF3CC-38AD-E93A-B41F-0F8B542370AA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40" creationId="{85E33567-7A64-1EB1-5096-6EEE252808DA}"/>
          </ac:spMkLst>
        </pc:spChg>
        <pc:spChg chg="del">
          <ac:chgData name="Jaclin Siqueira Saramago Santos" userId="0a6f4d76a3d54a11" providerId="LiveId" clId="{B537C7D3-1D93-4483-BB72-B7C0E267099B}" dt="2026-10-22T20:12:00.285" v="1188" actId="478"/>
          <ac:spMkLst>
            <pc:docMk/>
            <pc:sldMk cId="2605951713" sldId="272"/>
            <ac:spMk id="44" creationId="{2A8AF2EF-2D47-8514-6510-9C34B15034CB}"/>
          </ac:spMkLst>
        </pc:spChg>
        <pc:picChg chg="add mod modCrop">
          <ac:chgData name="Jaclin Siqueira Saramago Santos" userId="0a6f4d76a3d54a11" providerId="LiveId" clId="{B537C7D3-1D93-4483-BB72-B7C0E267099B}" dt="2026-10-22T22:47:17.176" v="1461" actId="732"/>
          <ac:picMkLst>
            <pc:docMk/>
            <pc:sldMk cId="2605951713" sldId="272"/>
            <ac:picMk id="46" creationId="{70096462-1E3C-FF57-D596-BDF8BAE7208F}"/>
          </ac:picMkLst>
        </pc:picChg>
      </pc:sldChg>
      <pc:sldChg chg="addSp delSp modSp add mod ord modNotesTx">
        <pc:chgData name="Jaclin Siqueira Saramago Santos" userId="0a6f4d76a3d54a11" providerId="LiveId" clId="{B537C7D3-1D93-4483-BB72-B7C0E267099B}" dt="2026-10-23T00:05:53.327" v="1971" actId="20577"/>
        <pc:sldMkLst>
          <pc:docMk/>
          <pc:sldMk cId="1271912264" sldId="273"/>
        </pc:sldMkLst>
        <pc:spChg chg="mod">
          <ac:chgData name="Jaclin Siqueira Saramago Santos" userId="0a6f4d76a3d54a11" providerId="LiveId" clId="{B537C7D3-1D93-4483-BB72-B7C0E267099B}" dt="2026-10-22T22:21:38.677" v="1365" actId="108"/>
          <ac:spMkLst>
            <pc:docMk/>
            <pc:sldMk cId="1271912264" sldId="273"/>
            <ac:spMk id="2" creationId="{2E86C8C7-6B1B-CEE4-4935-6570C424E4B6}"/>
          </ac:spMkLst>
        </pc:spChg>
        <pc:spChg chg="del">
          <ac:chgData name="Jaclin Siqueira Saramago Santos" userId="0a6f4d76a3d54a11" providerId="LiveId" clId="{B537C7D3-1D93-4483-BB72-B7C0E267099B}" dt="2026-10-22T21:38:44.433" v="1264" actId="478"/>
          <ac:spMkLst>
            <pc:docMk/>
            <pc:sldMk cId="1271912264" sldId="273"/>
            <ac:spMk id="3" creationId="{1EBC1517-FAB0-6745-7FB8-1537C7C3B7E1}"/>
          </ac:spMkLst>
        </pc:spChg>
        <pc:spChg chg="del">
          <ac:chgData name="Jaclin Siqueira Saramago Santos" userId="0a6f4d76a3d54a11" providerId="LiveId" clId="{B537C7D3-1D93-4483-BB72-B7C0E267099B}" dt="2026-10-22T21:38:42.682" v="1263" actId="478"/>
          <ac:spMkLst>
            <pc:docMk/>
            <pc:sldMk cId="1271912264" sldId="273"/>
            <ac:spMk id="4" creationId="{393AB3D1-F001-B955-CE23-7262F134A5CB}"/>
          </ac:spMkLst>
        </pc:spChg>
        <pc:spChg chg="add del mod">
          <ac:chgData name="Jaclin Siqueira Saramago Santos" userId="0a6f4d76a3d54a11" providerId="LiveId" clId="{B537C7D3-1D93-4483-BB72-B7C0E267099B}" dt="2026-10-22T23:18:27.319" v="1684" actId="478"/>
          <ac:spMkLst>
            <pc:docMk/>
            <pc:sldMk cId="1271912264" sldId="273"/>
            <ac:spMk id="5" creationId="{ED99F7C2-DE34-98FE-0EF9-CABBA440C29A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7" creationId="{2DC901FD-CCE3-AFE1-2AA7-C01537FA3276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8" creationId="{94609077-7BF2-9247-2EA7-587F8C429A69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9" creationId="{8B831F64-032A-206B-3CA2-02940444D7C7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17" creationId="{66DA2993-85C4-113C-12C2-B84CDC9AA708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21" creationId="{AA47D293-C88A-3B3C-568E-872429210079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29" creationId="{B3F9D182-4C7F-D628-82FA-96D596E1233E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34" creationId="{07FAD49F-BBF1-1C5D-EB5F-4972B2C81D25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42" creationId="{69E550DC-D528-DB79-9F81-681310FBA24D}"/>
          </ac:spMkLst>
        </pc:spChg>
        <pc:spChg chg="del">
          <ac:chgData name="Jaclin Siqueira Saramago Santos" userId="0a6f4d76a3d54a11" providerId="LiveId" clId="{B537C7D3-1D93-4483-BB72-B7C0E267099B}" dt="2026-10-22T21:38:40.379" v="1261" actId="478"/>
          <ac:spMkLst>
            <pc:docMk/>
            <pc:sldMk cId="1271912264" sldId="273"/>
            <ac:spMk id="44" creationId="{8C8EB66F-20EA-DC52-CA12-37E509640F89}"/>
          </ac:spMkLst>
        </pc:spChg>
        <pc:spChg chg="del">
          <ac:chgData name="Jaclin Siqueira Saramago Santos" userId="0a6f4d76a3d54a11" providerId="LiveId" clId="{B537C7D3-1D93-4483-BB72-B7C0E267099B}" dt="2026-10-22T21:38:41.249" v="1262" actId="478"/>
          <ac:spMkLst>
            <pc:docMk/>
            <pc:sldMk cId="1271912264" sldId="273"/>
            <ac:spMk id="46" creationId="{6C11F845-E6F7-EFAD-4714-DE239EF80548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48" creationId="{3AFACDCA-9EC8-3617-F5B4-43451C80ECCB}"/>
          </ac:spMkLst>
        </pc:spChg>
        <pc:spChg chg="del">
          <ac:chgData name="Jaclin Siqueira Saramago Santos" userId="0a6f4d76a3d54a11" providerId="LiveId" clId="{B537C7D3-1D93-4483-BB72-B7C0E267099B}" dt="2026-10-22T21:01:01.454" v="1252" actId="478"/>
          <ac:spMkLst>
            <pc:docMk/>
            <pc:sldMk cId="1271912264" sldId="273"/>
            <ac:spMk id="52" creationId="{26DE0BE1-3AE1-7E06-9B46-05ADC5B23C91}"/>
          </ac:spMkLst>
        </pc:spChg>
        <pc:picChg chg="add del">
          <ac:chgData name="Jaclin Siqueira Saramago Santos" userId="0a6f4d76a3d54a11" providerId="LiveId" clId="{B537C7D3-1D93-4483-BB72-B7C0E267099B}" dt="2026-10-22T21:27:33.778" v="1254" actId="478"/>
          <ac:picMkLst>
            <pc:docMk/>
            <pc:sldMk cId="1271912264" sldId="273"/>
            <ac:picMk id="45" creationId="{BE81940D-E6E0-1AA8-84B9-1A9FC92C3D83}"/>
          </ac:picMkLst>
        </pc:picChg>
        <pc:picChg chg="add mod modCrop">
          <ac:chgData name="Jaclin Siqueira Saramago Santos" userId="0a6f4d76a3d54a11" providerId="LiveId" clId="{B537C7D3-1D93-4483-BB72-B7C0E267099B}" dt="2026-10-22T23:18:05.698" v="1681" actId="732"/>
          <ac:picMkLst>
            <pc:docMk/>
            <pc:sldMk cId="1271912264" sldId="273"/>
            <ac:picMk id="49" creationId="{18682CA1-6FD2-23C6-556C-DB7CB7A5BFE4}"/>
          </ac:picMkLst>
        </pc:picChg>
      </pc:sldChg>
      <pc:sldChg chg="addSp delSp modSp add mod modNotesTx">
        <pc:chgData name="Jaclin Siqueira Saramago Santos" userId="0a6f4d76a3d54a11" providerId="LiveId" clId="{B537C7D3-1D93-4483-BB72-B7C0E267099B}" dt="2026-10-23T00:06:06.625" v="1973" actId="6549"/>
        <pc:sldMkLst>
          <pc:docMk/>
          <pc:sldMk cId="423166731" sldId="274"/>
        </pc:sldMkLst>
        <pc:spChg chg="ord">
          <ac:chgData name="Jaclin Siqueira Saramago Santos" userId="0a6f4d76a3d54a11" providerId="LiveId" clId="{B537C7D3-1D93-4483-BB72-B7C0E267099B}" dt="2026-10-23T00:03:58.276" v="1797" actId="166"/>
          <ac:spMkLst>
            <pc:docMk/>
            <pc:sldMk cId="423166731" sldId="274"/>
            <ac:spMk id="3" creationId="{292A712F-F7D2-53AF-F77D-B4BCC19A80C6}"/>
          </ac:spMkLst>
        </pc:spChg>
        <pc:spChg chg="add del mod">
          <ac:chgData name="Jaclin Siqueira Saramago Santos" userId="0a6f4d76a3d54a11" providerId="LiveId" clId="{B537C7D3-1D93-4483-BB72-B7C0E267099B}" dt="2026-10-23T00:04:10.078" v="1801" actId="108"/>
          <ac:spMkLst>
            <pc:docMk/>
            <pc:sldMk cId="423166731" sldId="274"/>
            <ac:spMk id="4" creationId="{93ED43DE-91FC-8EE1-3930-E7DB73ADCD86}"/>
          </ac:spMkLst>
        </pc:spChg>
        <pc:spChg chg="mod">
          <ac:chgData name="Jaclin Siqueira Saramago Santos" userId="0a6f4d76a3d54a11" providerId="LiveId" clId="{B537C7D3-1D93-4483-BB72-B7C0E267099B}" dt="2026-10-22T22:55:45.777" v="1475" actId="108"/>
          <ac:spMkLst>
            <pc:docMk/>
            <pc:sldMk cId="423166731" sldId="274"/>
            <ac:spMk id="5" creationId="{7FA33197-C152-E7C4-C6F4-F0F969A627BC}"/>
          </ac:spMkLst>
        </pc:spChg>
        <pc:spChg chg="mod">
          <ac:chgData name="Jaclin Siqueira Saramago Santos" userId="0a6f4d76a3d54a11" providerId="LiveId" clId="{B537C7D3-1D93-4483-BB72-B7C0E267099B}" dt="2026-10-22T22:13:26.565" v="1341"/>
          <ac:spMkLst>
            <pc:docMk/>
            <pc:sldMk cId="423166731" sldId="274"/>
            <ac:spMk id="6" creationId="{584CD7D3-7A88-CD82-4F5F-01F318FEB447}"/>
          </ac:spMkLst>
        </pc:spChg>
        <pc:spChg chg="add del mod">
          <ac:chgData name="Jaclin Siqueira Saramago Santos" userId="0a6f4d76a3d54a11" providerId="LiveId" clId="{B537C7D3-1D93-4483-BB72-B7C0E267099B}" dt="2026-10-22T23:57:58.388" v="1703" actId="478"/>
          <ac:spMkLst>
            <pc:docMk/>
            <pc:sldMk cId="423166731" sldId="274"/>
            <ac:spMk id="15" creationId="{C819C31D-E903-D634-3828-955DCE7E15DA}"/>
          </ac:spMkLst>
        </pc:spChg>
        <pc:spChg chg="add del mod">
          <ac:chgData name="Jaclin Siqueira Saramago Santos" userId="0a6f4d76a3d54a11" providerId="LiveId" clId="{B537C7D3-1D93-4483-BB72-B7C0E267099B}" dt="2026-10-22T23:59:38.810" v="1759" actId="21"/>
          <ac:spMkLst>
            <pc:docMk/>
            <pc:sldMk cId="423166731" sldId="274"/>
            <ac:spMk id="16" creationId="{9EFC56A1-C376-5D02-DD99-1CFF8AC6366E}"/>
          </ac:spMkLst>
        </pc:spChg>
        <pc:spChg chg="add mod">
          <ac:chgData name="Jaclin Siqueira Saramago Santos" userId="0a6f4d76a3d54a11" providerId="LiveId" clId="{B537C7D3-1D93-4483-BB72-B7C0E267099B}" dt="2026-10-23T00:02:44.179" v="1789" actId="403"/>
          <ac:spMkLst>
            <pc:docMk/>
            <pc:sldMk cId="423166731" sldId="274"/>
            <ac:spMk id="18" creationId="{92C7FE49-77F3-2F61-B263-B5EE5A92F94F}"/>
          </ac:spMkLst>
        </pc:spChg>
        <pc:spChg chg="add mod">
          <ac:chgData name="Jaclin Siqueira Saramago Santos" userId="0a6f4d76a3d54a11" providerId="LiveId" clId="{B537C7D3-1D93-4483-BB72-B7C0E267099B}" dt="2026-10-23T00:02:44.179" v="1789" actId="403"/>
          <ac:spMkLst>
            <pc:docMk/>
            <pc:sldMk cId="423166731" sldId="274"/>
            <ac:spMk id="20" creationId="{E1C825BD-FE74-0FBD-07ED-B8160F1D9B73}"/>
          </ac:spMkLst>
        </pc:spChg>
        <pc:spChg chg="add del ord">
          <ac:chgData name="Jaclin Siqueira Saramago Santos" userId="0a6f4d76a3d54a11" providerId="LiveId" clId="{B537C7D3-1D93-4483-BB72-B7C0E267099B}" dt="2026-10-23T00:03:59.024" v="1799" actId="22"/>
          <ac:spMkLst>
            <pc:docMk/>
            <pc:sldMk cId="423166731" sldId="274"/>
            <ac:spMk id="22" creationId="{2828FB21-ACDC-5A7F-E84F-EE5B6779F484}"/>
          </ac:spMkLst>
        </pc:spChg>
      </pc:sldChg>
      <pc:sldChg chg="delSp add del setBg delDesignElem">
        <pc:chgData name="Jaclin Siqueira Saramago Santos" userId="0a6f4d76a3d54a11" providerId="LiveId" clId="{B537C7D3-1D93-4483-BB72-B7C0E267099B}" dt="2026-10-22T22:33:22.406" v="1389" actId="47"/>
        <pc:sldMkLst>
          <pc:docMk/>
          <pc:sldMk cId="3638105013" sldId="275"/>
        </pc:sldMkLst>
        <pc:spChg chg="del">
          <ac:chgData name="Jaclin Siqueira Saramago Santos" userId="0a6f4d76a3d54a11" providerId="LiveId" clId="{B537C7D3-1D93-4483-BB72-B7C0E267099B}" dt="2026-10-22T22:31:14.510" v="1375"/>
          <ac:spMkLst>
            <pc:docMk/>
            <pc:sldMk cId="3638105013" sldId="275"/>
            <ac:spMk id="9" creationId="{8D0D6D3E-D7F9-4591-9CA9-DDF4DB1F73DA}"/>
          </ac:spMkLst>
        </pc:spChg>
        <pc:spChg chg="del">
          <ac:chgData name="Jaclin Siqueira Saramago Santos" userId="0a6f4d76a3d54a11" providerId="LiveId" clId="{B537C7D3-1D93-4483-BB72-B7C0E267099B}" dt="2026-10-22T22:31:14.510" v="1375"/>
          <ac:spMkLst>
            <pc:docMk/>
            <pc:sldMk cId="3638105013" sldId="275"/>
            <ac:spMk id="11" creationId="{C4C9F2B0-1044-46EB-8AEB-C3BFFDE6C2CC}"/>
          </ac:spMkLst>
        </pc:spChg>
        <pc:spChg chg="del">
          <ac:chgData name="Jaclin Siqueira Saramago Santos" userId="0a6f4d76a3d54a11" providerId="LiveId" clId="{B537C7D3-1D93-4483-BB72-B7C0E267099B}" dt="2026-10-22T22:31:14.510" v="1375"/>
          <ac:spMkLst>
            <pc:docMk/>
            <pc:sldMk cId="3638105013" sldId="275"/>
            <ac:spMk id="13" creationId="{D28B54C3-B57B-472A-B96E-1FCB67093DC2}"/>
          </ac:spMkLst>
        </pc:spChg>
        <pc:spChg chg="del">
          <ac:chgData name="Jaclin Siqueira Saramago Santos" userId="0a6f4d76a3d54a11" providerId="LiveId" clId="{B537C7D3-1D93-4483-BB72-B7C0E267099B}" dt="2026-10-22T22:31:14.510" v="1375"/>
          <ac:spMkLst>
            <pc:docMk/>
            <pc:sldMk cId="3638105013" sldId="275"/>
            <ac:spMk id="15" creationId="{7DB3C429-F8DA-49B9-AF84-21996FCF78B5}"/>
          </ac:spMkLst>
        </pc:spChg>
      </pc:sldChg>
      <pc:sldChg chg="delSp modSp add del mod setBg delDesignElem">
        <pc:chgData name="Jaclin Siqueira Saramago Santos" userId="0a6f4d76a3d54a11" providerId="LiveId" clId="{B537C7D3-1D93-4483-BB72-B7C0E267099B}" dt="2026-10-22T22:33:21.045" v="1388" actId="47"/>
        <pc:sldMkLst>
          <pc:docMk/>
          <pc:sldMk cId="2923347004" sldId="276"/>
        </pc:sldMkLst>
        <pc:spChg chg="del">
          <ac:chgData name="Jaclin Siqueira Saramago Santos" userId="0a6f4d76a3d54a11" providerId="LiveId" clId="{B537C7D3-1D93-4483-BB72-B7C0E267099B}" dt="2026-10-22T22:31:49.987" v="1379"/>
          <ac:spMkLst>
            <pc:docMk/>
            <pc:sldMk cId="2923347004" sldId="276"/>
            <ac:spMk id="17" creationId="{32E62931-8EB4-42BB-BAAB-D8757BE66D8E}"/>
          </ac:spMkLst>
        </pc:spChg>
        <pc:picChg chg="mod">
          <ac:chgData name="Jaclin Siqueira Saramago Santos" userId="0a6f4d76a3d54a11" providerId="LiveId" clId="{B537C7D3-1D93-4483-BB72-B7C0E267099B}" dt="2026-10-22T22:31:55.223" v="1380" actId="14100"/>
          <ac:picMkLst>
            <pc:docMk/>
            <pc:sldMk cId="2923347004" sldId="276"/>
            <ac:picMk id="4" creationId="{00000000-0000-0000-0000-000000000000}"/>
          </ac:picMkLst>
        </pc:picChg>
      </pc:sldChg>
      <pc:sldChg chg="delSp modSp add del mod">
        <pc:chgData name="Jaclin Siqueira Saramago Santos" userId="0a6f4d76a3d54a11" providerId="LiveId" clId="{B537C7D3-1D93-4483-BB72-B7C0E267099B}" dt="2026-10-22T22:46:19.039" v="1458" actId="47"/>
        <pc:sldMkLst>
          <pc:docMk/>
          <pc:sldMk cId="3496393124" sldId="277"/>
        </pc:sldMkLst>
        <pc:picChg chg="mod">
          <ac:chgData name="Jaclin Siqueira Saramago Santos" userId="0a6f4d76a3d54a11" providerId="LiveId" clId="{B537C7D3-1D93-4483-BB72-B7C0E267099B}" dt="2026-10-22T22:32:29.692" v="1387" actId="1076"/>
          <ac:picMkLst>
            <pc:docMk/>
            <pc:sldMk cId="3496393124" sldId="277"/>
            <ac:picMk id="5" creationId="{5F97C8B4-397B-BE8D-7720-2BC7338A726E}"/>
          </ac:picMkLst>
        </pc:picChg>
        <pc:picChg chg="mod">
          <ac:chgData name="Jaclin Siqueira Saramago Santos" userId="0a6f4d76a3d54a11" providerId="LiveId" clId="{B537C7D3-1D93-4483-BB72-B7C0E267099B}" dt="2026-10-22T22:41:04.170" v="1416" actId="1037"/>
          <ac:picMkLst>
            <pc:docMk/>
            <pc:sldMk cId="3496393124" sldId="277"/>
            <ac:picMk id="8" creationId="{01198901-6BC8-166F-DFBD-06E88F7BDB0F}"/>
          </ac:picMkLst>
        </pc:picChg>
        <pc:picChg chg="del">
          <ac:chgData name="Jaclin Siqueira Saramago Santos" userId="0a6f4d76a3d54a11" providerId="LiveId" clId="{B537C7D3-1D93-4483-BB72-B7C0E267099B}" dt="2026-10-22T22:32:06.341" v="1383" actId="478"/>
          <ac:picMkLst>
            <pc:docMk/>
            <pc:sldMk cId="3496393124" sldId="277"/>
            <ac:picMk id="10" creationId="{8AF42883-CAA4-22F4-CFF9-A287E41F14A3}"/>
          </ac:picMkLst>
        </pc:picChg>
      </pc:sldChg>
      <pc:sldChg chg="addSp delSp modSp add mod modNotesTx">
        <pc:chgData name="Jaclin Siqueira Saramago Santos" userId="0a6f4d76a3d54a11" providerId="LiveId" clId="{B537C7D3-1D93-4483-BB72-B7C0E267099B}" dt="2026-10-23T00:05:32.518" v="1920" actId="6549"/>
        <pc:sldMkLst>
          <pc:docMk/>
          <pc:sldMk cId="2867485558" sldId="278"/>
        </pc:sldMkLst>
        <pc:spChg chg="mod">
          <ac:chgData name="Jaclin Siqueira Saramago Santos" userId="0a6f4d76a3d54a11" providerId="LiveId" clId="{B537C7D3-1D93-4483-BB72-B7C0E267099B}" dt="2026-10-22T22:56:35.843" v="1485" actId="108"/>
          <ac:spMkLst>
            <pc:docMk/>
            <pc:sldMk cId="2867485558" sldId="278"/>
            <ac:spMk id="2" creationId="{BFF2C28E-17FA-D6D2-B9D3-946A674FBB10}"/>
          </ac:spMkLst>
        </pc:spChg>
        <pc:spChg chg="add mod ord">
          <ac:chgData name="Jaclin Siqueira Saramago Santos" userId="0a6f4d76a3d54a11" providerId="LiveId" clId="{B537C7D3-1D93-4483-BB72-B7C0E267099B}" dt="2026-10-22T22:54:31.617" v="1467" actId="14100"/>
          <ac:spMkLst>
            <pc:docMk/>
            <pc:sldMk cId="2867485558" sldId="278"/>
            <ac:spMk id="4" creationId="{CB53FAC0-43AD-2044-7AAA-9D70D337D9CD}"/>
          </ac:spMkLst>
        </pc:spChg>
        <pc:picChg chg="mod">
          <ac:chgData name="Jaclin Siqueira Saramago Santos" userId="0a6f4d76a3d54a11" providerId="LiveId" clId="{B537C7D3-1D93-4483-BB72-B7C0E267099B}" dt="2026-10-22T22:34:38.507" v="1408" actId="1076"/>
          <ac:picMkLst>
            <pc:docMk/>
            <pc:sldMk cId="2867485558" sldId="278"/>
            <ac:picMk id="5" creationId="{5CDA53A6-F93C-89A5-8C93-61B775FE5A99}"/>
          </ac:picMkLst>
        </pc:picChg>
        <pc:picChg chg="add del mod">
          <ac:chgData name="Jaclin Siqueira Saramago Santos" userId="0a6f4d76a3d54a11" providerId="LiveId" clId="{B537C7D3-1D93-4483-BB72-B7C0E267099B}" dt="2026-10-22T23:13:59.557" v="1680" actId="478"/>
          <ac:picMkLst>
            <pc:docMk/>
            <pc:sldMk cId="2867485558" sldId="278"/>
            <ac:picMk id="7" creationId="{D02D332B-9150-67DC-55D1-0CE1ADCDCD9E}"/>
          </ac:picMkLst>
        </pc:picChg>
        <pc:picChg chg="mod">
          <ac:chgData name="Jaclin Siqueira Saramago Santos" userId="0a6f4d76a3d54a11" providerId="LiveId" clId="{B537C7D3-1D93-4483-BB72-B7C0E267099B}" dt="2026-10-22T22:41:17.784" v="1420" actId="1076"/>
          <ac:picMkLst>
            <pc:docMk/>
            <pc:sldMk cId="2867485558" sldId="278"/>
            <ac:picMk id="8" creationId="{165D902D-736E-FC8E-B8C3-4150B717CF56}"/>
          </ac:picMkLst>
        </pc:picChg>
        <pc:picChg chg="del">
          <ac:chgData name="Jaclin Siqueira Saramago Santos" userId="0a6f4d76a3d54a11" providerId="LiveId" clId="{B537C7D3-1D93-4483-BB72-B7C0E267099B}" dt="2026-10-22T22:34:16.778" v="1400" actId="478"/>
          <ac:picMkLst>
            <pc:docMk/>
            <pc:sldMk cId="2867485558" sldId="278"/>
            <ac:picMk id="10" creationId="{F041CD46-C9D9-8615-3365-15957D55BD44}"/>
          </ac:picMkLst>
        </pc:picChg>
        <pc:picChg chg="add mod">
          <ac:chgData name="Jaclin Siqueira Saramago Santos" userId="0a6f4d76a3d54a11" providerId="LiveId" clId="{B537C7D3-1D93-4483-BB72-B7C0E267099B}" dt="2026-10-22T22:55:20.601" v="1474" actId="1076"/>
          <ac:picMkLst>
            <pc:docMk/>
            <pc:sldMk cId="2867485558" sldId="278"/>
            <ac:picMk id="11" creationId="{6EA6B2F5-0EE9-3BB9-7EBE-AC1903B73C32}"/>
          </ac:picMkLst>
        </pc:picChg>
        <pc:picChg chg="del mod">
          <ac:chgData name="Jaclin Siqueira Saramago Santos" userId="0a6f4d76a3d54a11" providerId="LiveId" clId="{B537C7D3-1D93-4483-BB72-B7C0E267099B}" dt="2026-10-22T22:54:25.034" v="1465" actId="478"/>
          <ac:picMkLst>
            <pc:docMk/>
            <pc:sldMk cId="2867485558" sldId="278"/>
            <ac:picMk id="12" creationId="{0DBD4C1F-9620-666D-5229-CA77BEAD32E9}"/>
          </ac:picMkLst>
        </pc:picChg>
      </pc:sldChg>
      <pc:sldChg chg="addSp delSp add del setBg delDesignElem">
        <pc:chgData name="Jaclin Siqueira Saramago Santos" userId="0a6f4d76a3d54a11" providerId="LiveId" clId="{B537C7D3-1D93-4483-BB72-B7C0E267099B}" dt="2026-10-22T22:38:20.874" v="1415"/>
        <pc:sldMkLst>
          <pc:docMk/>
          <pc:sldMk cId="3638105013" sldId="279"/>
        </pc:sldMkLst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9" creationId="{49B447FE-DDA9-4B30-828A-59FC569124E2}"/>
          </ac:spMkLst>
        </pc:spChg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11" creationId="{C3D487F7-9050-4871-B351-34A72ADB296C}"/>
          </ac:spMkLst>
        </pc:spChg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15" creationId="{05A1AA86-B7E6-4C02-AA34-F1A25CD4CCBD}"/>
          </ac:spMkLst>
        </pc:spChg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16" creationId="{F43C27DD-EF6A-4C48-9669-C2970E71A814}"/>
          </ac:spMkLst>
        </pc:spChg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17" creationId="{86C3B9CB-4E48-4726-B7B9-9E02F71B150F}"/>
          </ac:spMkLst>
        </pc:spChg>
        <pc:spChg chg="add del">
          <ac:chgData name="Jaclin Siqueira Saramago Santos" userId="0a6f4d76a3d54a11" providerId="LiveId" clId="{B537C7D3-1D93-4483-BB72-B7C0E267099B}" dt="2026-10-22T22:38:20.874" v="1415"/>
          <ac:spMkLst>
            <pc:docMk/>
            <pc:sldMk cId="3638105013" sldId="279"/>
            <ac:spMk id="19" creationId="{C84384FE-1C88-4CAA-8FB8-2313A3AE734D}"/>
          </ac:spMkLst>
        </pc:spChg>
      </pc:sldChg>
      <pc:sldMasterChg chg="modSp delSldLayout modSldLayout">
        <pc:chgData name="Jaclin Siqueira Saramago Santos" userId="0a6f4d76a3d54a11" providerId="LiveId" clId="{B537C7D3-1D93-4483-BB72-B7C0E267099B}" dt="2026-10-22T22:33:22.406" v="1389" actId="47"/>
        <pc:sldMasterMkLst>
          <pc:docMk/>
          <pc:sldMasterMk cId="0" sldId="2147483648"/>
        </pc:sldMasterMkLst>
        <pc:sldLayoutChg chg="modSp">
          <pc:chgData name="Jaclin Siqueira Saramago Santos" userId="0a6f4d76a3d54a11" providerId="LiveId" clId="{B537C7D3-1D93-4483-BB72-B7C0E267099B}" dt="2026-10-22T21:41:06.357" v="1273" actId="735"/>
          <pc:sldLayoutMkLst>
            <pc:docMk/>
            <pc:sldMasterMk cId="0" sldId="2147483648"/>
            <pc:sldLayoutMk cId="0" sldId="2147483649"/>
          </pc:sldLayoutMkLst>
        </pc:sldLayoutChg>
        <pc:sldLayoutChg chg="modSp mod">
          <pc:chgData name="Jaclin Siqueira Saramago Santos" userId="0a6f4d76a3d54a11" providerId="LiveId" clId="{B537C7D3-1D93-4483-BB72-B7C0E267099B}" dt="2026-10-22T21:40:21.364" v="1269" actId="692"/>
          <pc:sldLayoutMkLst>
            <pc:docMk/>
            <pc:sldMasterMk cId="0" sldId="2147483648"/>
            <pc:sldLayoutMk cId="0" sldId="2147483650"/>
          </pc:sldLayoutMkLst>
          <pc:spChg chg="mod">
            <ac:chgData name="Jaclin Siqueira Saramago Santos" userId="0a6f4d76a3d54a11" providerId="LiveId" clId="{B537C7D3-1D93-4483-BB72-B7C0E267099B}" dt="2026-10-22T21:40:21.364" v="1269" actId="692"/>
            <ac:spMkLst>
              <pc:docMk/>
              <pc:sldMasterMk cId="0" sldId="2147483648"/>
              <pc:sldLayoutMk cId="0" sldId="2147483650"/>
              <ac:spMk id="2" creationId="{00000000-0000-0000-0000-000000000000}"/>
            </ac:spMkLst>
          </pc:spChg>
        </pc:sldLayoutChg>
        <pc:sldLayoutChg chg="modSp mod">
          <pc:chgData name="Jaclin Siqueira Saramago Santos" userId="0a6f4d76a3d54a11" providerId="LiveId" clId="{B537C7D3-1D93-4483-BB72-B7C0E267099B}" dt="2026-10-22T21:41:55.178" v="1276" actId="692"/>
          <pc:sldLayoutMkLst>
            <pc:docMk/>
            <pc:sldMasterMk cId="0" sldId="2147483648"/>
            <pc:sldLayoutMk cId="3702654171" sldId="2147483651"/>
          </pc:sldLayoutMkLst>
          <pc:spChg chg="mod">
            <ac:chgData name="Jaclin Siqueira Saramago Santos" userId="0a6f4d76a3d54a11" providerId="LiveId" clId="{B537C7D3-1D93-4483-BB72-B7C0E267099B}" dt="2026-10-22T21:41:55.178" v="1276" actId="692"/>
            <ac:spMkLst>
              <pc:docMk/>
              <pc:sldMasterMk cId="0" sldId="2147483648"/>
              <pc:sldLayoutMk cId="3702654171" sldId="2147483651"/>
              <ac:spMk id="2" creationId="{00000000-0000-0000-0000-000000000000}"/>
            </ac:spMkLst>
          </pc:spChg>
        </pc:sldLayoutChg>
        <pc:sldLayoutChg chg="del">
          <pc:chgData name="Jaclin Siqueira Saramago Santos" userId="0a6f4d76a3d54a11" providerId="LiveId" clId="{B537C7D3-1D93-4483-BB72-B7C0E267099B}" dt="2026-10-22T22:33:22.406" v="1389" actId="47"/>
          <pc:sldLayoutMkLst>
            <pc:docMk/>
            <pc:sldMasterMk cId="0" sldId="2147483648"/>
            <pc:sldLayoutMk cId="1482751224" sldId="214748365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BACD26-4947-9BB9-6CBD-CADCB252F0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36D600-B680-14D0-73F0-6451DBCA98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47F64-B8D1-4E85-B884-036C67AA7CA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287EC-FCA0-F475-070F-331B6C31AF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681DA-8202-3A5D-0C25-8E0FE4B03D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C6409A-2A44-49AD-AF17-378345DA9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344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84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167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20573-8074-C1EC-E9DC-25CD2EED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7918B-B0E1-48ED-2A49-AB9EC692F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3CF00-323E-FED2-4072-898576F04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69981-5B66-CB01-FCA1-7C9A853BC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308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dirty="0"/>
              <a:t>A solução organiza e valida dados de qualidade da água e meteorologia, relaciona as medições às estações e localidades, e disponibiliza bases e relatórios estatísticos para apoiar o</a:t>
            </a:r>
            <a:endParaRPr lang="en-US" b="0" dirty="0">
              <a:effectLst/>
            </a:endParaRPr>
          </a:p>
          <a:p>
            <a:r>
              <a:rPr lang="pt-BR" b="0" dirty="0"/>
              <a:t>acompanhamento ambiental e a análise histórica.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681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A03D1-EEA0-F0F5-A773-F82B8F22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81157-F5AC-FF07-DB18-FC33EDA95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10CE6-3EC4-9CFF-0221-2A505FC05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pt-BR" sz="1200" b="0" dirty="0">
              <a:solidFill>
                <a:srgbClr val="617083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13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42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7DEC0-4830-42C3-5443-C4092890E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57D18-8669-6EAB-9688-4657CD6D1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5FB3C-467C-BFC9-EC30-5CB6F3107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</a:t>
            </a:r>
            <a:r>
              <a:rPr lang="en-US" dirty="0" err="1"/>
              <a:t>relacional</a:t>
            </a:r>
            <a:r>
              <a:rPr lang="en-US" dirty="0"/>
              <a:t> </a:t>
            </a:r>
            <a:r>
              <a:rPr lang="en-US" dirty="0" err="1"/>
              <a:t>respeitando</a:t>
            </a:r>
            <a:r>
              <a:rPr lang="en-US" dirty="0"/>
              <a:t> a </a:t>
            </a:r>
            <a:r>
              <a:rPr lang="en-US" dirty="0" err="1"/>
              <a:t>normalização</a:t>
            </a:r>
            <a:r>
              <a:rPr lang="en-US" dirty="0"/>
              <a:t> 3FN.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CA60F-0EAE-4FA2-2454-FA2643DAC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281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8B53-1CA8-EA9F-F4C4-83D98576A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6F378-218E-318B-CDBD-25D59221A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A6077-322A-2DE5-7159-1E83E704D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desenvolvimento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realizado</a:t>
            </a:r>
            <a:r>
              <a:rPr lang="en-US" dirty="0"/>
              <a:t> </a:t>
            </a:r>
            <a:r>
              <a:rPr lang="en-US" dirty="0" err="1"/>
              <a:t>seguindo</a:t>
            </a:r>
            <a:r>
              <a:rPr lang="en-US" dirty="0"/>
              <a:t> as boas </a:t>
            </a:r>
            <a:r>
              <a:rPr lang="en-US" dirty="0" err="1"/>
              <a:t>práticas</a:t>
            </a:r>
            <a:r>
              <a:rPr lang="en-US" dirty="0"/>
              <a:t>. </a:t>
            </a:r>
          </a:p>
          <a:p>
            <a:r>
              <a:rPr lang="en-US" dirty="0" err="1"/>
              <a:t>Respeito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conceitos</a:t>
            </a:r>
            <a:r>
              <a:rPr lang="en-US" dirty="0"/>
              <a:t> de </a:t>
            </a:r>
            <a:r>
              <a:rPr lang="en-US" dirty="0" err="1"/>
              <a:t>camada</a:t>
            </a:r>
            <a:r>
              <a:rPr lang="en-US" dirty="0"/>
              <a:t> Bronze, Silver e Gold. </a:t>
            </a:r>
          </a:p>
          <a:p>
            <a:endParaRPr lang="en-US" dirty="0"/>
          </a:p>
          <a:p>
            <a:r>
              <a:rPr lang="en-US" dirty="0"/>
              <a:t>Bronze – Dados </a:t>
            </a:r>
            <a:r>
              <a:rPr lang="en-US" dirty="0" err="1"/>
              <a:t>brutos</a:t>
            </a:r>
            <a:endParaRPr lang="en-US" dirty="0"/>
          </a:p>
          <a:p>
            <a:r>
              <a:rPr lang="en-US" dirty="0"/>
              <a:t>Silver – </a:t>
            </a:r>
            <a:r>
              <a:rPr lang="en-US" dirty="0" err="1"/>
              <a:t>Tratamento</a:t>
            </a:r>
            <a:r>
              <a:rPr lang="en-US" dirty="0"/>
              <a:t> e </a:t>
            </a:r>
            <a:r>
              <a:rPr lang="en-US" dirty="0" err="1"/>
              <a:t>limpeza</a:t>
            </a:r>
            <a:r>
              <a:rPr lang="en-US" dirty="0"/>
              <a:t> dos dados</a:t>
            </a:r>
          </a:p>
          <a:p>
            <a:r>
              <a:rPr lang="en-US" dirty="0"/>
              <a:t>Gold – </a:t>
            </a:r>
            <a:r>
              <a:rPr lang="en-US" dirty="0" err="1"/>
              <a:t>Análise</a:t>
            </a:r>
            <a:r>
              <a:rPr lang="en-US" dirty="0"/>
              <a:t> e </a:t>
            </a:r>
            <a:r>
              <a:rPr lang="en-US" dirty="0" err="1"/>
              <a:t>apresentação</a:t>
            </a:r>
            <a:r>
              <a:rPr lang="en-US" dirty="0"/>
              <a:t> </a:t>
            </a:r>
            <a:r>
              <a:rPr lang="en-US" dirty="0" err="1"/>
              <a:t>estatística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D7D75-F641-19C8-39A5-25BB0658F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761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9D22-C6CB-28CA-4780-11A3304CC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B7569-1860-EFA3-32E0-27FC06B34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6F8FC-9698-548E-7EEF-FFC3912C8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9307-5B10-BEB6-D296-02D4065B0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95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47A6-11A8-288F-AC5D-0AB7B95B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54F70-EA09-1BED-DDB5-A4C2D1663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D3FAA-37E0-1798-02CD-FAD7864B4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3063C-0AFC-544D-529B-8A7005A1A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902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PyCordersMeteorological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326880" y="65196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Prático Integrador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chemeClr val="accent5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4710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E8D"/>
                </a:solidFill>
              </a:rPr>
              <a:t>PyCordersMeteorological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E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54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5048E-69F8-339D-102E-0E401E45CC7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2120016082.png">
            <a:extLst>
              <a:ext uri="{FF2B5EF4-FFF2-40B4-BE49-F238E27FC236}">
                <a16:creationId xmlns:a16="http://schemas.microsoft.com/office/drawing/2014/main" id="{21487C76-6FF3-C8DC-B609-38A2A8595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00" b="854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92A712F-F7D2-53AF-F77D-B4BCC19A80C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8">
              <a:alpha val="72000"/>
            </a:srgbClr>
          </a:solidFill>
          <a:ln w="12700">
            <a:solidFill>
              <a:srgbClr val="0B20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3ED43DE-91FC-8EE1-3930-E7DB73ADCD86}"/>
              </a:ext>
            </a:extLst>
          </p:cNvPr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2038">
              <a:alpha val="92000"/>
            </a:srgbClr>
          </a:solidFill>
          <a:ln w="12700">
            <a:solidFill>
              <a:srgbClr val="0B20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FA33197-C152-E7C4-C6F4-F0F969A627BC}"/>
              </a:ext>
            </a:extLst>
          </p:cNvPr>
          <p:cNvSpPr/>
          <p:nvPr/>
        </p:nvSpPr>
        <p:spPr>
          <a:xfrm>
            <a:off x="640080" y="640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70" dirty="0">
                <a:solidFill>
                  <a:srgbClr val="7CE7E1"/>
                </a:solidFill>
              </a:rPr>
              <a:t>MONITORAMENTO AMBIENTAL INTELIGENTE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4CD7D3-7A88-CD82-4F5F-01F318FEB447}"/>
              </a:ext>
            </a:extLst>
          </p:cNvPr>
          <p:cNvSpPr/>
          <p:nvPr/>
        </p:nvSpPr>
        <p:spPr>
          <a:xfrm>
            <a:off x="640080" y="109728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0" b="1" dirty="0">
                <a:solidFill>
                  <a:srgbClr val="FFFFFF"/>
                </a:solidFill>
              </a:rPr>
              <a:t>Dados meteorológicos e qualidade da água em uma solução segura e rastreável</a:t>
            </a:r>
            <a:endParaRPr lang="en-US" sz="3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864F9C-B6CF-5138-5145-8E33529CE6EE}"/>
              </a:ext>
            </a:extLst>
          </p:cNvPr>
          <p:cNvSpPr/>
          <p:nvPr/>
        </p:nvSpPr>
        <p:spPr>
          <a:xfrm>
            <a:off x="658368" y="29443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7F7F7"/>
                </a:solidFill>
              </a:rPr>
              <a:t>Pipeline Python + SQL Server + camadas Bronze, Silver e Gold + API REST</a:t>
            </a: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D727A64-B6A4-EC44-3E55-EA250D171D56}"/>
              </a:ext>
            </a:extLst>
          </p:cNvPr>
          <p:cNvSpPr/>
          <p:nvPr/>
        </p:nvSpPr>
        <p:spPr>
          <a:xfrm>
            <a:off x="658368" y="382219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B842DC9-3A17-3C51-0803-3264CD15FADF}"/>
              </a:ext>
            </a:extLst>
          </p:cNvPr>
          <p:cNvSpPr/>
          <p:nvPr/>
        </p:nvSpPr>
        <p:spPr>
          <a:xfrm>
            <a:off x="731520" y="3895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Dados confiáveis</a:t>
            </a:r>
            <a:endParaRPr lang="en-US" sz="1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12723B8-5766-5960-FEF9-3DD63C14C28A}"/>
              </a:ext>
            </a:extLst>
          </p:cNvPr>
          <p:cNvSpPr/>
          <p:nvPr/>
        </p:nvSpPr>
        <p:spPr>
          <a:xfrm>
            <a:off x="2212848" y="382219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2FB57C"/>
          </a:solidFill>
          <a:ln w="12700">
            <a:solidFill>
              <a:srgbClr val="2FB57C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CECDD7E-12B0-B01A-A8DF-0F0D2B070EC3}"/>
              </a:ext>
            </a:extLst>
          </p:cNvPr>
          <p:cNvSpPr/>
          <p:nvPr/>
        </p:nvSpPr>
        <p:spPr>
          <a:xfrm>
            <a:off x="2286000" y="3895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LGPD aplicada</a:t>
            </a:r>
            <a:endParaRPr lang="en-US" sz="1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350D3C7-8226-576B-56B7-03AF48592122}"/>
              </a:ext>
            </a:extLst>
          </p:cNvPr>
          <p:cNvSpPr/>
          <p:nvPr/>
        </p:nvSpPr>
        <p:spPr>
          <a:xfrm>
            <a:off x="3767328" y="3822192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E8AD3A"/>
          </a:solidFill>
          <a:ln w="12700">
            <a:solidFill>
              <a:srgbClr val="E8AD3A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CC2B139-B04A-EFEA-8B8A-94D262BFBBF9}"/>
              </a:ext>
            </a:extLst>
          </p:cNvPr>
          <p:cNvSpPr/>
          <p:nvPr/>
        </p:nvSpPr>
        <p:spPr>
          <a:xfrm>
            <a:off x="3840480" y="389534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Análise escalável</a:t>
            </a:r>
            <a:endParaRPr lang="en-US" sz="1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FB99988-D6BB-1E30-085F-CAA5E9C68122}"/>
              </a:ext>
            </a:extLst>
          </p:cNvPr>
          <p:cNvSpPr/>
          <p:nvPr/>
        </p:nvSpPr>
        <p:spPr>
          <a:xfrm>
            <a:off x="658368" y="6144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E3EA"/>
                </a:solidFill>
              </a:rPr>
              <a:t>Produto em desenvolvimento | Equipe PyCorders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C7FE49-77F3-2F61-B263-B5EE5A92F94F}"/>
              </a:ext>
            </a:extLst>
          </p:cNvPr>
          <p:cNvSpPr txBox="1"/>
          <p:nvPr/>
        </p:nvSpPr>
        <p:spPr>
          <a:xfrm>
            <a:off x="731520" y="4555821"/>
            <a:ext cx="283812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16A6A1"/>
                </a:solidFill>
              </a:rPr>
              <a:t>EQUIPE</a:t>
            </a:r>
            <a:endParaRPr sz="900" b="1" dirty="0">
              <a:solidFill>
                <a:srgbClr val="16A6A1"/>
              </a:solidFill>
            </a:endParaRPr>
          </a:p>
        </p:txBody>
      </p:sp>
      <p:sp>
        <p:nvSpPr>
          <p:cNvPr id="20" name="Participantes">
            <a:extLst>
              <a:ext uri="{FF2B5EF4-FFF2-40B4-BE49-F238E27FC236}">
                <a16:creationId xmlns:a16="http://schemas.microsoft.com/office/drawing/2014/main" id="{E1C825BD-FE74-0FBD-07ED-B8160F1D9B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31520" y="4770372"/>
            <a:ext cx="2838121" cy="1227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Wagner Dos Santos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pt-BR" sz="9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Karíntia Luisa Arruda Nunes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pt-BR" sz="9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Jaclin Siqueira Saramago Santos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pt-BR" sz="9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Jorge Lucas Caldas Cardoso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pt-BR" sz="9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Anderson Bolsanelli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423166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7F381-7328-856D-A60A-10D3B31BB075}"/>
              </a:ext>
            </a:extLst>
          </p:cNvPr>
          <p:cNvSpPr txBox="1"/>
          <p:nvPr/>
        </p:nvSpPr>
        <p:spPr>
          <a:xfrm>
            <a:off x="5532120" y="1627632"/>
            <a:ext cx="58064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pt-BR" sz="1000" b="1" dirty="0">
                <a:solidFill>
                  <a:srgbClr val="16A6A1"/>
                </a:solidFill>
              </a:rPr>
              <a:t>ORGANIZA E VALIDA</a:t>
            </a:r>
            <a:endParaRPr lang="pt-BR" dirty="0"/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pt-BR" sz="1800" b="1" dirty="0">
                <a:solidFill>
                  <a:srgbClr val="0B2038"/>
                </a:solidFill>
              </a:rPr>
              <a:t>Dados de qualidade da água e meteorologia.</a:t>
            </a:r>
          </a:p>
        </p:txBody>
      </p:sp>
      <p:pic>
        <p:nvPicPr>
          <p:cNvPr id="4" name="Imagem de monitoramento ambiental" descr="Estação de monitoramento meteorológico e da qualidade da água junto a um reservatório."/>
          <p:cNvPicPr>
            <a:picLocks noChangeAspect="1"/>
          </p:cNvPicPr>
          <p:nvPr/>
        </p:nvPicPr>
        <p:blipFill>
          <a:blip r:embed="rId3"/>
          <a:srcRect t="14124" b="14124"/>
          <a:stretch>
            <a:fillRect/>
          </a:stretch>
        </p:blipFill>
        <p:spPr>
          <a:xfrm>
            <a:off x="594360" y="1417320"/>
            <a:ext cx="4315968" cy="4645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384048"/>
            <a:ext cx="29260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A6A1"/>
                </a:solidFill>
              </a:defRPr>
            </a:lvl1pPr>
          </a:lstStyle>
          <a:p>
            <a:r>
              <a:rPr dirty="0"/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04088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dirty="0">
                <a:solidFill>
                  <a:srgbClr val="0B2038"/>
                </a:solidFill>
              </a:rPr>
              <a:t>Dados ambientais estruturados para acompanhamento e análise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162763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E5A81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05409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E5A81B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3008376"/>
            <a:ext cx="58064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 dirty="0">
                <a:solidFill>
                  <a:srgbClr val="16A6A1"/>
                </a:solidFill>
              </a:rPr>
              <a:t>RELACIONA E CONTEXTUALIZA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dirty="0">
                <a:solidFill>
                  <a:srgbClr val="0B2038"/>
                </a:solidFill>
              </a:rPr>
              <a:t>Medições vinculadas a estações e localidades.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448056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E5A81B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434840"/>
            <a:ext cx="58064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 dirty="0">
                <a:solidFill>
                  <a:srgbClr val="16A6A1"/>
                </a:solidFill>
              </a:rPr>
              <a:t>DISPONIBILIZA PARA ANÁLISE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dirty="0">
                <a:solidFill>
                  <a:srgbClr val="0B2038"/>
                </a:solidFill>
              </a:rPr>
              <a:t>Bases e relatórios estatísticos para acompanhamento ambiental e análise histórica.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0912" y="2788920"/>
            <a:ext cx="6327648" cy="13716"/>
          </a:xfrm>
          <a:prstGeom prst="rect">
            <a:avLst/>
          </a:prstGeom>
          <a:solidFill>
            <a:srgbClr val="D8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010912" y="4215384"/>
            <a:ext cx="6327648" cy="13716"/>
          </a:xfrm>
          <a:prstGeom prst="rect">
            <a:avLst/>
          </a:prstGeom>
          <a:solidFill>
            <a:srgbClr val="D8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4969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2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0453C-2257-ABB8-08D5-D36DE043D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A6A1"/>
                </a:solidFill>
              </a:defRPr>
            </a:lvl1pPr>
          </a:lstStyle>
          <a:p>
            <a:r>
              <a:rPr dirty="0"/>
              <a:t>OPORTUNIDADES E SOLUÇÕES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B2038"/>
                </a:solidFill>
              </a:rPr>
              <a:t>Sete oportunidades orientam a evolução da plataforma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19072"/>
          <a:ext cx="5321808" cy="3640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6576" marB="27432" anchor="ctr">
                    <a:solidFill>
                      <a:srgbClr val="E8A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dirty="0">
                          <a:solidFill>
                            <a:srgbClr val="FFFFFF"/>
                          </a:solidFill>
                        </a:rPr>
                        <a:t>OPORTUNIDADES</a:t>
                      </a:r>
                    </a:p>
                  </a:txBody>
                  <a:tcPr marT="36576" marB="27432" anchor="ctr">
                    <a:solidFill>
                      <a:srgbClr val="E8A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1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Dados ambientais e meteorológicos dispersos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2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Baixa visibilidade da qualidade da água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3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Variáveis meteorológicas acompanhadas separadamente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4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Inconsistências que reduzem a confiança nos dados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5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Análises por estação e parâmetro pouco acessíveis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6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Consulta e reprocessamento histórico trabalhosos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E8AD3A"/>
                          </a:solidFill>
                        </a:rPr>
                        <a:t>7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Rastreabilidade e proteção de dados insuficientes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2784" y="1719072"/>
          <a:ext cx="5321808" cy="3640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6576" marB="27432" anchor="ctr">
                    <a:solidFill>
                      <a:srgbClr val="16A6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dirty="0">
                          <a:solidFill>
                            <a:srgbClr val="FFFFFF"/>
                          </a:solidFill>
                        </a:rPr>
                        <a:t>SOLUÇÕES</a:t>
                      </a:r>
                    </a:p>
                  </a:txBody>
                  <a:tcPr marT="36576" marB="27432" anchor="ctr">
                    <a:solidFill>
                      <a:srgbClr val="16A6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1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Centralização de dados ambientais e meteorológicos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2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Acompanhamento de indicadores de qualidade da água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3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Acompanhamento de variáveis meteorológicas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4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Validação e melhoria da confiabilidade dos dados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5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Análise estatística por estação e parâmetro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6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Consulta e reprocessamento de dados históricos</a:t>
                      </a:r>
                    </a:p>
                  </a:txBody>
                  <a:tcPr marT="36576" marB="27432" anchor="ctr"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16A6A1"/>
                          </a:solidFill>
                        </a:rPr>
                        <a:t>7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6324F"/>
                          </a:solidFill>
                        </a:rPr>
                        <a:t>Rastreabilidade e proteção de dados pessoais</a:t>
                      </a:r>
                    </a:p>
                  </a:txBody>
                  <a:tcPr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5321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DIREÇÃO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5468112"/>
            <a:ext cx="9464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16324F"/>
                </a:solidFill>
              </a:rPr>
              <a:t>Integrar dados, elevar a confiança e ampliar a capacidade de análise com governança.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6355080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617083"/>
                </a:solidFill>
              </a:rPr>
              <a:t>PyCordersMeteorological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7232" y="6355080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617083"/>
                </a:solidFill>
              </a:rPr>
              <a:t>Projeto Prático Integrador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271016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PONTO DE PARTIDA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216152"/>
            <a:ext cx="9272016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617083"/>
                </a:solidFill>
              </a:rPr>
              <a:t>Dados enviados por diversos fornecedores, desestruturados e em padrões diferentes  •  Ausência de governança dos dados, sem controles centralizado</a:t>
            </a:r>
            <a:endParaRPr sz="1150" b="0" strike="sngStrike" dirty="0">
              <a:solidFill>
                <a:srgbClr val="6170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4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1" dirty="0">
                <a:solidFill>
                  <a:srgbClr val="16A6A1"/>
                </a:solidFill>
              </a:rPr>
              <a:t>VISÃO DO PRODUTO</a:t>
            </a:r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2038"/>
                </a:solidFill>
              </a:rPr>
              <a:t>Da captura ao insight, sem perder governança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17083"/>
                </a:solidFill>
              </a:rPr>
              <a:t>O projeto transforma leituras heterogêneas em informação padronizada, auditável e pronta para análise.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CFE0E7"/>
            </a:solidFill>
            <a:prstDash val="solid"/>
          </a:ln>
          <a:effectLst>
            <a:outerShdw blurRad="25400" dist="50800" dir="2700000" algn="bl" rotWithShape="0">
              <a:srgbClr val="6B7A9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5528" y="2048256"/>
            <a:ext cx="475488" cy="475488"/>
          </a:xfrm>
          <a:prstGeom prst="ellipse">
            <a:avLst/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5528" y="2157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038"/>
                </a:solidFill>
              </a:rPr>
              <a:t>CAPTURAR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31363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6A1"/>
                </a:solidFill>
              </a:rPr>
              <a:t>Estações, JSONs e APIs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3794760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083"/>
                </a:solidFill>
              </a:rPr>
              <a:t>Coleta meteorológica Agritempo e datasets ambientais.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45536" y="3191256"/>
            <a:ext cx="283464" cy="594360"/>
          </a:xfrm>
          <a:prstGeom prst="chevron">
            <a:avLst/>
          </a:prstGeom>
          <a:solidFill>
            <a:srgbClr val="B9D8DD"/>
          </a:solidFill>
          <a:ln w="12700">
            <a:solidFill>
              <a:srgbClr val="B9D8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0F7F8"/>
          </a:solidFill>
          <a:ln w="15240">
            <a:solidFill>
              <a:srgbClr val="CFE0E7"/>
            </a:solidFill>
            <a:prstDash val="solid"/>
          </a:ln>
          <a:effectLst>
            <a:outerShdw blurRad="25400" dist="50800" dir="2700000" algn="bl" rotWithShape="0">
              <a:srgbClr val="6B7A9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30168" y="2048256"/>
            <a:ext cx="475488" cy="475488"/>
          </a:xfrm>
          <a:prstGeom prst="ellipse">
            <a:avLst/>
          </a:prstGeom>
          <a:solidFill>
            <a:srgbClr val="37C6E8"/>
          </a:solidFill>
          <a:ln w="12700">
            <a:solidFill>
              <a:srgbClr val="37C6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30168" y="2157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30168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038"/>
                </a:solidFill>
              </a:rPr>
              <a:t>TRATAR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30168" y="31363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6A1"/>
                </a:solidFill>
              </a:rPr>
              <a:t>Qualidade e padronização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30168" y="3794760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083"/>
                </a:solidFill>
              </a:rPr>
              <a:t>Validação, normalização UTC, deduplicação e regras de domínio.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0176" y="3191256"/>
            <a:ext cx="283464" cy="594360"/>
          </a:xfrm>
          <a:prstGeom prst="chevron">
            <a:avLst/>
          </a:prstGeom>
          <a:solidFill>
            <a:srgbClr val="B9D8DD"/>
          </a:solidFill>
          <a:ln w="12700">
            <a:solidFill>
              <a:srgbClr val="B9D8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CFE0E7"/>
            </a:solidFill>
            <a:prstDash val="solid"/>
          </a:ln>
          <a:effectLst>
            <a:outerShdw blurRad="25400" dist="50800" dir="2700000" algn="bl" rotWithShape="0">
              <a:srgbClr val="6B7A9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64808" y="2048256"/>
            <a:ext cx="475488" cy="475488"/>
          </a:xfrm>
          <a:prstGeom prst="ellipse">
            <a:avLst/>
          </a:prstGeom>
          <a:solidFill>
            <a:srgbClr val="2FB57C"/>
          </a:solidFill>
          <a:ln w="12700">
            <a:solidFill>
              <a:srgbClr val="2FB57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64808" y="2157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64808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038"/>
                </a:solidFill>
              </a:rPr>
              <a:t>PERSISTIR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64808" y="31363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6A1"/>
                </a:solidFill>
              </a:rPr>
              <a:t>Histórico confiável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64808" y="3794760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083"/>
                </a:solidFill>
              </a:rPr>
              <a:t>SQL Server 3FN e projeções Parquet particionadas.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14816" y="3191256"/>
            <a:ext cx="283464" cy="594360"/>
          </a:xfrm>
          <a:prstGeom prst="chevron">
            <a:avLst/>
          </a:prstGeom>
          <a:solidFill>
            <a:srgbClr val="B9D8DD"/>
          </a:solidFill>
          <a:ln w="12700">
            <a:solidFill>
              <a:srgbClr val="B9D8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9098280" y="182880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F0F7F8"/>
          </a:solidFill>
          <a:ln w="15240">
            <a:solidFill>
              <a:srgbClr val="E8AD3A"/>
            </a:solidFill>
            <a:prstDash val="solid"/>
          </a:ln>
          <a:effectLst>
            <a:outerShdw blurRad="25400" dist="50800" dir="2700000" algn="bl" rotWithShape="0">
              <a:srgbClr val="6B7A9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299448" y="2048256"/>
            <a:ext cx="475488" cy="475488"/>
          </a:xfrm>
          <a:prstGeom prst="ellipse">
            <a:avLst/>
          </a:prstGeom>
          <a:solidFill>
            <a:srgbClr val="E8AD3A"/>
          </a:solidFill>
          <a:ln w="12700">
            <a:solidFill>
              <a:srgbClr val="E8AD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299448" y="2157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99448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038"/>
                </a:solidFill>
              </a:rPr>
              <a:t>ANALISAR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299448" y="31363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6A1"/>
                </a:solidFill>
              </a:rPr>
              <a:t>Decisão baseada em dados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99448" y="3794760"/>
            <a:ext cx="2057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083"/>
                </a:solidFill>
              </a:rPr>
              <a:t>Estatísticas descritivas, IQR e Z-Score por estação e parâmetro.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4360" y="5532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A6A1"/>
                </a:solidFill>
              </a:rPr>
              <a:t>VALOR ENTREGUE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74520" y="5486400"/>
            <a:ext cx="9464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Menos retrabalho, maior confiabilidade e base preparada para visualização futura em Power BI.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A6A1"/>
                </a:solidFill>
              </a:defRPr>
            </a:lvl1pPr>
          </a:lstStyle>
          <a:p>
            <a:r>
              <a:rPr dirty="0"/>
              <a:t>QUALIDADE DOS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0B2038"/>
                </a:solidFill>
              </a:rPr>
              <a:t>Seis</a:t>
            </a:r>
            <a:r>
              <a:rPr sz="2700" b="1" dirty="0">
                <a:solidFill>
                  <a:srgbClr val="0B2038"/>
                </a:solidFill>
              </a:rPr>
              <a:t> controles impedem leituras inválidas de avançar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617083"/>
                </a:solidFill>
              </a:rPr>
              <a:t>Cada registro é verificado antes de compor o DataFrame final e seguir para persistência.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8249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CONTROLE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7792" y="168249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O QUE VERIFICA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682496"/>
            <a:ext cx="5285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REGRA IMPLEMENTADA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0771632" cy="16459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640080" y="2157984"/>
            <a:ext cx="329184" cy="329184"/>
          </a:xfrm>
          <a:prstGeom prst="ellipse">
            <a:avLst/>
          </a:prstGeom>
          <a:solidFill>
            <a:srgbClr val="16A6A1"/>
          </a:solidFill>
          <a:ln>
            <a:solidFill>
              <a:srgbClr val="16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4883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COMPLETUDE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2130551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Campos obrigatórios presentes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2103120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ID, estação, timestamp e medidas essenciais; ausências são rejeitadas.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39"/>
            <a:ext cx="10634472" cy="8229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640080" y="2706624"/>
            <a:ext cx="329184" cy="329184"/>
          </a:xfrm>
          <a:prstGeom prst="ellipse">
            <a:avLst/>
          </a:prstGeom>
          <a:solidFill>
            <a:srgbClr val="35B9D6"/>
          </a:solidFill>
          <a:ln>
            <a:solidFill>
              <a:srgbClr val="35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69747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UNICIDADE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679191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Uma leitura por identificador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2651760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Mantém a primeira ocorrência de id_leitura_origem e remove retransmissões.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54679"/>
            <a:ext cx="10634472" cy="8229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640080" y="3255263"/>
            <a:ext cx="329184" cy="329184"/>
          </a:xfrm>
          <a:prstGeom prst="ellipse">
            <a:avLst/>
          </a:prstGeom>
          <a:solidFill>
            <a:srgbClr val="16A6A1"/>
          </a:solidFill>
          <a:ln>
            <a:solidFill>
              <a:srgbClr val="16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24611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VALIDADE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3227831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Formato e domínio aceitáveis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200399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Converte números com errors="coerce"; datas inválidas e valores fora do domínio não avançam.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03320"/>
            <a:ext cx="10634472" cy="8229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Oval 23"/>
          <p:cNvSpPr/>
          <p:nvPr/>
        </p:nvSpPr>
        <p:spPr>
          <a:xfrm>
            <a:off x="640080" y="3803904"/>
            <a:ext cx="329184" cy="329184"/>
          </a:xfrm>
          <a:prstGeom prst="ellipse">
            <a:avLst/>
          </a:prstGeom>
          <a:solidFill>
            <a:srgbClr val="E8AD3A"/>
          </a:solidFill>
          <a:ln>
            <a:solidFill>
              <a:srgbClr val="E8A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79476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ACURÁCIA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2" y="3776472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Faixas definidas pelo projeto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3749039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Exemplo: temperatura da água aceita somente entre 0 e 50 °C.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51960"/>
            <a:ext cx="10634472" cy="8229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Oval 28"/>
          <p:cNvSpPr/>
          <p:nvPr/>
        </p:nvSpPr>
        <p:spPr>
          <a:xfrm>
            <a:off x="640080" y="4352544"/>
            <a:ext cx="329184" cy="329184"/>
          </a:xfrm>
          <a:prstGeom prst="ellipse">
            <a:avLst/>
          </a:prstGeom>
          <a:solidFill>
            <a:srgbClr val="35B9D6"/>
          </a:solidFill>
          <a:ln>
            <a:solidFill>
              <a:srgbClr val="35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3434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CONSISTÊNCIA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4325112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Mesmo ID, mesmo conteúdo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4297679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Conflitos geram WARNING no log; a primeira leitura é preservada.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468112"/>
            <a:ext cx="10771632" cy="16459"/>
          </a:xfrm>
          <a:prstGeom prst="rect">
            <a:avLst/>
          </a:prstGeom>
          <a:solidFill>
            <a:srgbClr val="16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94360" y="557784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RESULTADO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522976"/>
            <a:ext cx="953719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6324F"/>
                </a:solidFill>
              </a:rPr>
              <a:t>Dados completos, </a:t>
            </a:r>
            <a:r>
              <a:rPr lang="en-US" sz="1500" b="1" dirty="0">
                <a:solidFill>
                  <a:srgbClr val="16324F"/>
                </a:solidFill>
              </a:rPr>
              <a:t>únicos</a:t>
            </a:r>
            <a:r>
              <a:rPr sz="1500" b="1" dirty="0">
                <a:solidFill>
                  <a:srgbClr val="16324F"/>
                </a:solidFill>
              </a:rPr>
              <a:t>, válidos</a:t>
            </a:r>
            <a:r>
              <a:rPr lang="en-US" sz="1500" b="1" dirty="0">
                <a:solidFill>
                  <a:srgbClr val="16324F"/>
                </a:solidFill>
              </a:rPr>
              <a:t>, consistentes</a:t>
            </a:r>
            <a:r>
              <a:rPr sz="1500" b="1" dirty="0">
                <a:solidFill>
                  <a:srgbClr val="16324F"/>
                </a:solidFill>
              </a:rPr>
              <a:t> e </a:t>
            </a:r>
            <a:r>
              <a:rPr lang="en-US" sz="1500" b="1" dirty="0">
                <a:solidFill>
                  <a:srgbClr val="16324F"/>
                </a:solidFill>
              </a:rPr>
              <a:t>ordenados no tempo</a:t>
            </a:r>
            <a:r>
              <a:rPr sz="1500" b="1" dirty="0">
                <a:solidFill>
                  <a:srgbClr val="16324F"/>
                </a:solidFill>
              </a:rPr>
              <a:t>.</a:t>
            </a:r>
          </a:p>
        </p:txBody>
      </p:sp>
      <p:sp>
        <p:nvSpPr>
          <p:cNvPr id="36" name="Rectangle 27"/>
          <p:cNvSpPr/>
          <p:nvPr/>
        </p:nvSpPr>
        <p:spPr>
          <a:xfrm>
            <a:off x="640080" y="4800600"/>
            <a:ext cx="10634472" cy="8229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Oval 28"/>
          <p:cNvSpPr/>
          <p:nvPr/>
        </p:nvSpPr>
        <p:spPr>
          <a:xfrm>
            <a:off x="640080" y="4901183"/>
            <a:ext cx="329184" cy="329184"/>
          </a:xfrm>
          <a:prstGeom prst="ellipse">
            <a:avLst/>
          </a:prstGeom>
          <a:solidFill>
            <a:srgbClr val="35B9D6"/>
          </a:solidFill>
          <a:ln>
            <a:solidFill>
              <a:srgbClr val="35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29"/>
          <p:cNvSpPr txBox="1"/>
          <p:nvPr/>
        </p:nvSpPr>
        <p:spPr>
          <a:xfrm>
            <a:off x="1078992" y="48920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B2038"/>
                </a:solidFill>
              </a:rPr>
              <a:t>TEMPESTIVIDADE</a:t>
            </a:r>
          </a:p>
        </p:txBody>
      </p:sp>
      <p:sp>
        <p:nvSpPr>
          <p:cNvPr id="39" name="TextBox 30"/>
          <p:cNvSpPr txBox="1"/>
          <p:nvPr/>
        </p:nvSpPr>
        <p:spPr>
          <a:xfrm>
            <a:off x="2907792" y="4873751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6324F"/>
                </a:solidFill>
              </a:rPr>
              <a:t>Ordem pelo momento da leitura</a:t>
            </a:r>
          </a:p>
        </p:txBody>
      </p:sp>
      <p:sp>
        <p:nvSpPr>
          <p:cNvPr id="40" name="TextBox 31"/>
          <p:cNvSpPr txBox="1"/>
          <p:nvPr/>
        </p:nvSpPr>
        <p:spPr>
          <a:xfrm>
            <a:off x="6053328" y="4846319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0" dirty="0">
                <a:solidFill>
                  <a:srgbClr val="617083"/>
                </a:solidFill>
              </a:rPr>
              <a:t>Normaliza datas em UTC e ordena data_leitura da mais recente para a mais antiga.</a:t>
            </a:r>
          </a:p>
        </p:txBody>
      </p:sp>
    </p:spTree>
    <p:extLst>
      <p:ext uri="{BB962C8B-B14F-4D97-AF65-F5344CB8AC3E}">
        <p14:creationId xmlns:p14="http://schemas.microsoft.com/office/powerpoint/2010/main" val="320339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6B965-AD04-2A72-AE6B-3F437917EE37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86C8C7-6B1B-CEE4-4935-6570C424E4B6}"/>
              </a:ext>
            </a:extLst>
          </p:cNvPr>
          <p:cNvSpPr/>
          <p:nvPr/>
        </p:nvSpPr>
        <p:spPr>
          <a:xfrm>
            <a:off x="566928" y="365760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 b="1" dirty="0">
                <a:solidFill>
                  <a:schemeClr val="bg1">
                    <a:lumMod val="50000"/>
                  </a:schemeClr>
                </a:solidFill>
              </a:rPr>
              <a:t>M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ODELO DE DADOS</a:t>
            </a:r>
          </a:p>
        </p:txBody>
      </p:sp>
      <p:sp>
        <p:nvSpPr>
          <p:cNvPr id="43" name="Slide Number Placeholder 0">
            <a:extLst>
              <a:ext uri="{FF2B5EF4-FFF2-40B4-BE49-F238E27FC236}">
                <a16:creationId xmlns:a16="http://schemas.microsoft.com/office/drawing/2014/main" id="{D1AA278F-13F5-1C67-0421-84AB6E499B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7E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FF0149-0E8B-51E7-A5E5-3055B36DA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9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1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8C087-1066-6518-861D-9D519693D7AF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542ACD-1920-06DC-DB67-E2BBB9E43F3F}"/>
              </a:ext>
            </a:extLst>
          </p:cNvPr>
          <p:cNvSpPr/>
          <p:nvPr/>
        </p:nvSpPr>
        <p:spPr>
          <a:xfrm>
            <a:off x="594360" y="3840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1" dirty="0">
                <a:solidFill>
                  <a:srgbClr val="16A6A1"/>
                </a:solidFill>
              </a:rPr>
              <a:t>ARQUITETURA ATUAL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7EC060-1E42-AEE6-4BC9-D485ACB518CC}"/>
              </a:ext>
            </a:extLst>
          </p:cNvPr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2038"/>
                </a:solidFill>
              </a:rPr>
              <a:t>Pipeline meteorológico e ambiental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CDF1EE-75EA-15F3-1DE6-51B08239393E}"/>
              </a:ext>
            </a:extLst>
          </p:cNvPr>
          <p:cNvSpPr/>
          <p:nvPr/>
        </p:nvSpPr>
        <p:spPr>
          <a:xfrm>
            <a:off x="594360" y="12618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17083"/>
                </a:solidFill>
              </a:rPr>
              <a:t>A implementação separa ingestão, tratamento, persistência e análise.</a:t>
            </a:r>
            <a:endParaRPr lang="en-US" sz="1300" dirty="0"/>
          </a:p>
        </p:txBody>
      </p:sp>
      <p:sp>
        <p:nvSpPr>
          <p:cNvPr id="47" name="Slide Number Placeholder 0">
            <a:extLst>
              <a:ext uri="{FF2B5EF4-FFF2-40B4-BE49-F238E27FC236}">
                <a16:creationId xmlns:a16="http://schemas.microsoft.com/office/drawing/2014/main" id="{30C0AA2D-9210-621A-D8F5-EC4D5B1FA2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0096462-1E3C-FF57-D596-BDF8BAE720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8" t="9401" r="3300" b="2184"/>
          <a:stretch>
            <a:fillRect/>
          </a:stretch>
        </p:blipFill>
        <p:spPr>
          <a:xfrm>
            <a:off x="2032781" y="1609344"/>
            <a:ext cx="7863841" cy="484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51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48A6E-57DB-1F3B-1651-13D94BC3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6A6A1"/>
                </a:solidFill>
              </a:defRPr>
            </a:lvl1pPr>
          </a:lstStyle>
          <a:p>
            <a:r>
              <a:rPr dirty="0"/>
              <a:t>CONTROLES FUNDAMENTAIS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B2038"/>
                </a:solidFill>
              </a:rPr>
              <a:t>Segurança e operação nascem na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617083"/>
                </a:solidFill>
              </a:rPr>
              <a:t>Três decisões reduzem exposição de dados, facilitam a implantação e tornam a execução rastreável.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347472" cy="347472"/>
          </a:xfrm>
          <a:prstGeom prst="ellipse">
            <a:avLst/>
          </a:prstGeom>
          <a:solidFill>
            <a:srgbClr val="16A6A1"/>
          </a:solidFill>
          <a:ln>
            <a:solidFill>
              <a:srgbClr val="16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856231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B2038"/>
                </a:solidFill>
              </a:rPr>
              <a:t>DADOS DE OPERADORES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9152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6A6A1"/>
                </a:solidFill>
              </a:rPr>
              <a:t>Proteção antes da persistência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CPF convertido em HMAC-SHA-256: comparável sem armazenar o documento original.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30752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Nome codificado com Fernet: somente processos autorizados podem descriptografar.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5424"/>
            <a:ext cx="317296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Logs e auditorias registram eventos, nunca CPF, nome, ciphertext ou chaves.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4215" y="1847088"/>
            <a:ext cx="10972" cy="3310128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4233672" y="1828800"/>
            <a:ext cx="347472" cy="347472"/>
          </a:xfrm>
          <a:prstGeom prst="ellipse">
            <a:avLst/>
          </a:prstGeom>
          <a:solidFill>
            <a:srgbClr val="35B9D6"/>
          </a:solidFill>
          <a:ln>
            <a:solidFill>
              <a:srgbClr val="35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56231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B2038"/>
                </a:solidFill>
              </a:rPr>
              <a:t>CONFIGURAÇÃO EM .ENV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2359152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5B9D6"/>
                </a:solidFill>
              </a:rPr>
              <a:t>Parâmetros fora do código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926080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Banco, caminhos, APIs, limites de requisição e LOGS_DIR variam por ambiente.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3730752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Tokens e chaves HMAC/Fernet ficam fora do código e restritos ao processo autorizado.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4535424"/>
            <a:ext cx="317296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.env.example é apenas um modelo; o .env real não </a:t>
            </a:r>
            <a:r>
              <a:rPr lang="pt-BR" sz="1400" dirty="0">
                <a:solidFill>
                  <a:srgbClr val="617083"/>
                </a:solidFill>
              </a:rPr>
              <a:t>é</a:t>
            </a:r>
            <a:r>
              <a:rPr lang="pt-BR" sz="1400" b="0" dirty="0">
                <a:solidFill>
                  <a:srgbClr val="617083"/>
                </a:solidFill>
              </a:rPr>
              <a:t> versionado no Git.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7808" y="1847088"/>
            <a:ext cx="10972" cy="3310128"/>
          </a:xfrm>
          <a:prstGeom prst="rect">
            <a:avLst/>
          </a:prstGeom>
          <a:solidFill>
            <a:srgbClr val="CF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7827264" y="1828800"/>
            <a:ext cx="347472" cy="347472"/>
          </a:xfrm>
          <a:prstGeom prst="ellipse">
            <a:avLst/>
          </a:prstGeom>
          <a:solidFill>
            <a:srgbClr val="E8AD3A"/>
          </a:solidFill>
          <a:ln>
            <a:solidFill>
              <a:srgbClr val="E8A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856231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B2038"/>
                </a:solidFill>
              </a:rPr>
              <a:t>SETTINGS E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4" y="2359152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8AD3A"/>
                </a:solidFill>
              </a:rPr>
              <a:t>Centralização e rastreabilidade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2926080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settings.py carrega o .env, resolve caminhos e concentra a conexão SQL Server.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7264" y="3730752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Logs separados por tratamento, inserção no banco e execução/orquestração.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7264" y="4535424"/>
            <a:ext cx="317296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400" b="0" dirty="0">
                <a:solidFill>
                  <a:srgbClr val="617083"/>
                </a:solidFill>
              </a:rPr>
              <a:t>•  A divisão acelera diagnósticos e mantém metadados técnicos longe de dados pessoais.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42239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A6A1"/>
                </a:solidFill>
              </a:rPr>
              <a:t>RESULTADO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5554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16324F"/>
                </a:solidFill>
              </a:rPr>
              <a:t>Uma solução mais segura, portátil entre ambientes e auditável de ponta a </a:t>
            </a:r>
            <a:r>
              <a:rPr sz="1450" b="1" dirty="0" err="1">
                <a:solidFill>
                  <a:srgbClr val="16324F"/>
                </a:solidFill>
              </a:rPr>
              <a:t>ponta</a:t>
            </a:r>
            <a:r>
              <a:rPr sz="1450" b="1" dirty="0">
                <a:solidFill>
                  <a:srgbClr val="16324F"/>
                </a:solidFill>
              </a:rPr>
              <a:t>.</a:t>
            </a:r>
            <a:endParaRPr lang="pt-BR" sz="1450" b="1" dirty="0">
              <a:solidFill>
                <a:srgbClr val="1632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73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DC1B-023F-F49A-C9D0-242BD9B8BB80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53FAC0-43AD-2044-7AAA-9D70D337D9CD}"/>
              </a:ext>
            </a:extLst>
          </p:cNvPr>
          <p:cNvSpPr/>
          <p:nvPr/>
        </p:nvSpPr>
        <p:spPr>
          <a:xfrm>
            <a:off x="0" y="154745"/>
            <a:ext cx="12192000" cy="670325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FF2C28E-17FA-D6D2-B9D3-946A674FBB10}"/>
              </a:ext>
            </a:extLst>
          </p:cNvPr>
          <p:cNvSpPr/>
          <p:nvPr/>
        </p:nvSpPr>
        <p:spPr>
          <a:xfrm>
            <a:off x="566928" y="365760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 b="1" dirty="0">
                <a:solidFill>
                  <a:srgbClr val="16A6A1"/>
                </a:solidFill>
              </a:rPr>
              <a:t>POWER BI</a:t>
            </a:r>
            <a:endParaRPr lang="en-US" sz="1000" b="1" dirty="0">
              <a:solidFill>
                <a:srgbClr val="16A6A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8E0F3C-6830-CA46-8639-3C5BB05E7C25}"/>
              </a:ext>
            </a:extLst>
          </p:cNvPr>
          <p:cNvSpPr/>
          <p:nvPr/>
        </p:nvSpPr>
        <p:spPr>
          <a:xfrm>
            <a:off x="566928" y="694944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2700" b="1" dirty="0">
                <a:solidFill>
                  <a:srgbClr val="0B2038"/>
                </a:solidFill>
              </a:rPr>
              <a:t>ANÁLISES ESTATÍSTICAS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A53A6-F93C-89A5-8C93-61B775FE5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24" y="2043661"/>
            <a:ext cx="5134691" cy="2894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5D902D-736E-FC8E-B8C3-4150B717C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853" y="2057664"/>
            <a:ext cx="5128023" cy="2889098"/>
          </a:xfrm>
          <a:prstGeom prst="rect">
            <a:avLst/>
          </a:prstGeom>
        </p:spPr>
      </p:pic>
      <p:pic>
        <p:nvPicPr>
          <p:cNvPr id="11" name="Picture 10" descr="image-663fc49ff585457d32179332d7f00a6f.jpg">
            <a:extLst>
              <a:ext uri="{FF2B5EF4-FFF2-40B4-BE49-F238E27FC236}">
                <a16:creationId xmlns:a16="http://schemas.microsoft.com/office/drawing/2014/main" id="{6EA6B2F5-0EE9-3BB9-7EBE-AC1903B73C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238" r="1192"/>
          <a:stretch>
            <a:fillRect/>
          </a:stretch>
        </p:blipFill>
        <p:spPr>
          <a:xfrm>
            <a:off x="11462826" y="5953883"/>
            <a:ext cx="729174" cy="83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85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2120016082.png"/>
          <p:cNvPicPr>
            <a:picLocks noChangeAspect="1"/>
          </p:cNvPicPr>
          <p:nvPr/>
        </p:nvPicPr>
        <p:blipFill>
          <a:blip r:embed="rId3"/>
          <a:srcRect t="7000" b="854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38">
              <a:alpha val="72000"/>
            </a:srgbClr>
          </a:solidFill>
          <a:ln w="12700">
            <a:solidFill>
              <a:srgbClr val="0B20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2038">
              <a:alpha val="92000"/>
            </a:srgbClr>
          </a:solidFill>
          <a:ln w="12700">
            <a:solidFill>
              <a:srgbClr val="0B20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70" dirty="0">
                <a:solidFill>
                  <a:srgbClr val="7CE7E1"/>
                </a:solidFill>
              </a:rPr>
              <a:t>MONITORAMENTO AMBIENTAL INTELIGENTE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Dados meteorológicos e qualidade da água em uma solução segura e rastreável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58368" y="29443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7F7F7"/>
                </a:solidFill>
              </a:rPr>
              <a:t>Pipeline Python + SQL Server + camadas Bronze, Silver e Gold + API REST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" y="382219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16A6A1"/>
          </a:solidFill>
          <a:ln w="12700">
            <a:solidFill>
              <a:srgbClr val="16A6A1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31520" y="3895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Dados confiáveis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12848" y="382219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2FB57C"/>
          </a:solidFill>
          <a:ln w="12700">
            <a:solidFill>
              <a:srgbClr val="2FB57C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0" y="3895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LGPD aplicada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67328" y="3822192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E8AD3A"/>
          </a:solidFill>
          <a:ln w="12700">
            <a:solidFill>
              <a:srgbClr val="E8AD3A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40480" y="389534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Análise escalável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" y="6144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2E3EA"/>
                </a:solidFill>
              </a:rPr>
              <a:t>Produto em desenvolvimento | Equipe PyCorders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896</Words>
  <Application>Microsoft Office PowerPoint</Application>
  <PresentationFormat>Widescreen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Avanade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Monitoramento Ambiental Inteligente</dc:title>
  <dc:subject>Projeto PyCordersMeteorological</dc:subject>
  <dc:creator>Jaclin Siqueira Saramago Santos</dc:creator>
  <cp:lastModifiedBy>Jorge Lucas Caldas Cardoso</cp:lastModifiedBy>
  <cp:revision>44</cp:revision>
  <dcterms:created xsi:type="dcterms:W3CDTF">2026-10-21T17:04:08Z</dcterms:created>
  <dcterms:modified xsi:type="dcterms:W3CDTF">2026-10-23T18:11:35Z</dcterms:modified>
</cp:coreProperties>
</file>